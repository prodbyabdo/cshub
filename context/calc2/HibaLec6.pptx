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A3407-2323-437A-993E-B5DB5A8903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B3C949-4B31-4B4B-9310-8BCE19FE407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Tabular Method  </a:t>
            </a:r>
            <a:endParaRPr lang="en-US" dirty="0"/>
          </a:p>
          <a:p>
            <a:r>
              <a:rPr lang="en-US" dirty="0"/>
              <a:t>Dr Hiba </a:t>
            </a:r>
            <a:r>
              <a:rPr lang="en-US" dirty="0" err="1"/>
              <a:t>omer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130" y="196948"/>
            <a:ext cx="9917722" cy="53992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977" y="140677"/>
            <a:ext cx="11240088" cy="63023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413385"/>
            <a:ext cx="11266805" cy="6203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33</Words>
  <Application>WPS Presentation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Wingdings 3</vt:lpstr>
      <vt:lpstr>Arial</vt:lpstr>
      <vt:lpstr>Trebuchet MS</vt:lpstr>
      <vt:lpstr>Microsoft YaHei</vt:lpstr>
      <vt:lpstr>Arial Unicode MS</vt:lpstr>
      <vt:lpstr>Calibri</vt:lpstr>
      <vt:lpstr>Facet</vt:lpstr>
      <vt:lpstr>Lec 6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Muslim Moustafa Mohamed</dc:creator>
  <cp:lastModifiedBy>user</cp:lastModifiedBy>
  <cp:revision>3</cp:revision>
  <dcterms:created xsi:type="dcterms:W3CDTF">2026-05-06T09:54:00Z</dcterms:created>
  <dcterms:modified xsi:type="dcterms:W3CDTF">2026-05-06T09:58:36Z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0A3B8C551375462BB2FC6E40A73383FA_12</vt:lpwstr>
  </property>
  <property fmtid="{D5CDD505-2E9C-101B-9397-08002B2CF9AE}" pid="3" name="KSOProductBuildVer">
    <vt:lpwstr>1033-12.1.0.25242</vt:lpwstr>
  </property>
</Properties>
</file>