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Lst>
  <p:notesMasterIdLst>
    <p:notesMasterId r:id="rId11"/>
  </p:notesMasterIdLst>
  <p:handoutMasterIdLst>
    <p:handoutMasterId r:id="rId12"/>
  </p:handoutMasterIdLst>
  <p:sldIdLst>
    <p:sldId id="259" r:id="rId2"/>
    <p:sldId id="279" r:id="rId3"/>
    <p:sldId id="282" r:id="rId4"/>
    <p:sldId id="280" r:id="rId5"/>
    <p:sldId id="281" r:id="rId6"/>
    <p:sldId id="283" r:id="rId7"/>
    <p:sldId id="284" r:id="rId8"/>
    <p:sldId id="285" r:id="rId9"/>
    <p:sldId id="286" r:id="rId10"/>
  </p:sldIdLst>
  <p:sldSz cx="9144000" cy="6858000" type="screen4x3"/>
  <p:notesSz cx="68580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94682"/>
  </p:normalViewPr>
  <p:slideViewPr>
    <p:cSldViewPr showGuides="1">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bwMode="auto">
          <a:xfrm>
            <a:off x="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Math 263b</a:t>
            </a:r>
          </a:p>
        </p:txBody>
      </p:sp>
      <p:sp>
        <p:nvSpPr>
          <p:cNvPr id="57347" name="Rectangle 3"/>
          <p:cNvSpPr>
            <a:spLocks noGrp="1" noChangeArrowheads="1"/>
          </p:cNvSpPr>
          <p:nvPr>
            <p:ph type="dt" sz="quarter" idx="1"/>
          </p:nvPr>
        </p:nvSpPr>
        <p:spPr bwMode="auto">
          <a:xfrm>
            <a:off x="3884613"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Sept. 14</a:t>
            </a:r>
          </a:p>
        </p:txBody>
      </p:sp>
      <p:sp>
        <p:nvSpPr>
          <p:cNvPr id="57348" name="Rectangle 4"/>
          <p:cNvSpPr>
            <a:spLocks noGrp="1" noChangeArrowheads="1"/>
          </p:cNvSpPr>
          <p:nvPr>
            <p:ph type="ftr" sz="quarter" idx="2"/>
          </p:nvPr>
        </p:nvSpPr>
        <p:spPr bwMode="auto">
          <a:xfrm>
            <a:off x="0" y="8829675"/>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7349" name="Rectangle 5"/>
          <p:cNvSpPr>
            <a:spLocks noGrp="1" noChangeArrowheads="1"/>
          </p:cNvSpPr>
          <p:nvPr>
            <p:ph type="sldNum" sz="quarter" idx="3"/>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0" hangingPunct="0">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982D07F3-7E6E-1A42-8912-01247F839909}" type="slidenum">
              <a:rPr kumimoji="0" lang="en-US"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4035" name="Rectangle 3"/>
          <p:cNvSpPr>
            <a:spLocks noGrp="1" noChangeArrowheads="1"/>
          </p:cNvSpPr>
          <p:nvPr>
            <p:ph type="dt" idx="1"/>
          </p:nvPr>
        </p:nvSpPr>
        <p:spPr bwMode="auto">
          <a:xfrm>
            <a:off x="3884613"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052" name="Rectangle 4"/>
          <p:cNvSpPr>
            <a:spLocks noGrp="1" noRot="1" noChangeAspect="1" noTextEdit="1"/>
          </p:cNvSpPr>
          <p:nvPr>
            <p:ph type="sldImg" idx="2"/>
          </p:nvPr>
        </p:nvSpPr>
        <p:spPr>
          <a:xfrm>
            <a:off x="1104900" y="696913"/>
            <a:ext cx="4648200" cy="3486150"/>
          </a:xfrm>
          <a:prstGeom prst="rect">
            <a:avLst/>
          </a:prstGeom>
          <a:noFill/>
          <a:ln w="9525" cap="flat" cmpd="sng">
            <a:solidFill>
              <a:srgbClr val="000000"/>
            </a:solidFill>
            <a:prstDash val="solid"/>
            <a:miter/>
            <a:headEnd type="none" w="med" len="med"/>
            <a:tailEnd type="none" w="med" len="med"/>
          </a:ln>
        </p:spPr>
      </p:sp>
      <p:sp>
        <p:nvSpPr>
          <p:cNvPr id="44037" name="Rectangle 5"/>
          <p:cNvSpPr>
            <a:spLocks noGrp="1" noChangeArrowheads="1"/>
          </p:cNvSpPr>
          <p:nvPr>
            <p:ph type="body" sz="quarter" idx="3"/>
          </p:nvPr>
        </p:nvSpPr>
        <p:spPr bwMode="auto">
          <a:xfrm>
            <a:off x="685800" y="4416425"/>
            <a:ext cx="548640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p>
        </p:txBody>
      </p:sp>
      <p:sp>
        <p:nvSpPr>
          <p:cNvPr id="44038" name="Rectangle 6"/>
          <p:cNvSpPr>
            <a:spLocks noGrp="1" noChangeArrowheads="1"/>
          </p:cNvSpPr>
          <p:nvPr>
            <p:ph type="ftr" sz="quarter" idx="4"/>
          </p:nvPr>
        </p:nvSpPr>
        <p:spPr bwMode="auto">
          <a:xfrm>
            <a:off x="0" y="8829675"/>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4039" name="Rectangle 7"/>
          <p:cNvSpPr>
            <a:spLocks noGrp="1" noChangeArrowheads="1"/>
          </p:cNvSpPr>
          <p:nvPr>
            <p:ph type="sldNum" sz="quarter" idx="5"/>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0" hangingPunct="0">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741646CC-9A03-E544-B978-0C8C99342D52}" type="slidenum">
              <a:rPr kumimoji="0" lang="en-US"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txBox="1">
            <a:spLocks noGrp="1"/>
          </p:cNvSpPr>
          <p:nvPr>
            <p:ph type="sldNum" sz="quarter"/>
          </p:nvPr>
        </p:nvSpPr>
        <p:spPr>
          <a:xfrm>
            <a:off x="3884613" y="8829675"/>
            <a:ext cx="2971800" cy="465138"/>
          </a:xfrm>
          <a:prstGeom prst="rect">
            <a:avLst/>
          </a:prstGeom>
          <a:noFill/>
          <a:ln w="9525">
            <a:noFill/>
          </a:ln>
        </p:spPr>
        <p:txBody>
          <a:bodyPr anchor="b" anchorCtr="0"/>
          <a:lstStyle/>
          <a:p>
            <a:pPr lvl="0" algn="r"/>
            <a:fld id="{9A0DB2DC-4C9A-4742-B13C-FB6460FD3503}" type="slidenum">
              <a:rPr lang="en-US" altLang="en-US" sz="1200"/>
              <a:t>2</a:t>
            </a:fld>
            <a:endParaRPr lang="en-US" altLang="en-US" sz="1200"/>
          </a:p>
        </p:txBody>
      </p:sp>
      <p:sp>
        <p:nvSpPr>
          <p:cNvPr id="6146" name="Rectangle 2"/>
          <p:cNvSpPr>
            <a:spLocks noGrp="1" noRot="1" noChangeAspect="1" noTextEdit="1"/>
          </p:cNvSpPr>
          <p:nvPr>
            <p:ph type="sldImg"/>
          </p:nvPr>
        </p:nvSpPr>
        <p:spPr>
          <a:ln/>
        </p:spPr>
      </p:sp>
      <p:sp>
        <p:nvSpPr>
          <p:cNvPr id="6147" name="Rectangle 3"/>
          <p:cNvSpPr>
            <a:spLocks noGrp="1"/>
          </p:cNvSpPr>
          <p:nvPr>
            <p:ph type="body" idx="1"/>
          </p:nvPr>
        </p:nvSpPr>
        <p:spPr>
          <a:ln/>
        </p:spPr>
        <p:txBody>
          <a:bodyPr wrap="square" lIns="91440" tIns="45720" rIns="91440" bIns="45720" anchor="t" anchorCtr="0"/>
          <a:lstStyle/>
          <a:p>
            <a:pPr lvl="0"/>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7"/>
          <p:cNvSpPr txBox="1">
            <a:spLocks noGrp="1"/>
          </p:cNvSpPr>
          <p:nvPr>
            <p:ph type="sldNum" sz="quarter"/>
          </p:nvPr>
        </p:nvSpPr>
        <p:spPr>
          <a:xfrm>
            <a:off x="3884613" y="8829675"/>
            <a:ext cx="2971800" cy="465138"/>
          </a:xfrm>
          <a:prstGeom prst="rect">
            <a:avLst/>
          </a:prstGeom>
          <a:noFill/>
          <a:ln w="9525">
            <a:noFill/>
          </a:ln>
        </p:spPr>
        <p:txBody>
          <a:bodyPr anchor="b" anchorCtr="0"/>
          <a:lstStyle/>
          <a:p>
            <a:pPr lvl="0" algn="r"/>
            <a:fld id="{9A0DB2DC-4C9A-4742-B13C-FB6460FD3503}" type="slidenum">
              <a:rPr lang="en-US" altLang="en-US" sz="1200"/>
              <a:t>6</a:t>
            </a:fld>
            <a:endParaRPr lang="en-US" altLang="en-US" sz="1200"/>
          </a:p>
        </p:txBody>
      </p:sp>
      <p:sp>
        <p:nvSpPr>
          <p:cNvPr id="11266" name="Rectangle 2"/>
          <p:cNvSpPr>
            <a:spLocks noGrp="1" noRot="1" noChangeAspect="1" noTextEdit="1"/>
          </p:cNvSpPr>
          <p:nvPr>
            <p:ph type="sldImg"/>
          </p:nvPr>
        </p:nvSpPr>
        <p:spPr>
          <a:ln/>
        </p:spPr>
      </p:sp>
      <p:sp>
        <p:nvSpPr>
          <p:cNvPr id="11267" name="Rectangle 3"/>
          <p:cNvSpPr>
            <a:spLocks noGrp="1"/>
          </p:cNvSpPr>
          <p:nvPr>
            <p:ph type="body" idx="1"/>
          </p:nvPr>
        </p:nvSpPr>
        <p:spPr>
          <a:ln/>
        </p:spPr>
        <p:txBody>
          <a:bodyPr wrap="square" lIns="91440" tIns="45720" rIns="91440" bIns="45720" anchor="t" anchorCtr="0"/>
          <a:lstStyle/>
          <a:p>
            <a:pPr lvl="0"/>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CA5E65C-1AA6-4B43-8E70-E556FC874C2F}" type="slidenum">
              <a:rPr kumimoji="0" lang="en-US"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002063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CA5E65C-1AA6-4B43-8E70-E556FC874C2F}" type="slidenum">
              <a:rPr kumimoji="0" lang="en-US"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590539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CA5E65C-1AA6-4B43-8E70-E556FC874C2F}" type="slidenum">
              <a:rPr kumimoji="0" lang="en-US"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18689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CA5E65C-1AA6-4B43-8E70-E556FC874C2F}" type="slidenum">
              <a:rPr kumimoji="0" lang="en-US"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68267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CA5E65C-1AA6-4B43-8E70-E556FC874C2F}" type="slidenum">
              <a:rPr kumimoji="0" lang="en-US"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24560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CA5E65C-1AA6-4B43-8E70-E556FC874C2F}" type="slidenum">
              <a:rPr kumimoji="0" lang="en-US"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58047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CA5E65C-1AA6-4B43-8E70-E556FC874C2F}" type="slidenum">
              <a:rPr kumimoji="0" lang="en-US"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362053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CA5E65C-1AA6-4B43-8E70-E556FC874C2F}" type="slidenum">
              <a:rPr kumimoji="0" lang="en-US"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995510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CA5E65C-1AA6-4B43-8E70-E556FC874C2F}" type="slidenum">
              <a:rPr kumimoji="0" lang="en-US"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56413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CA5E65C-1AA6-4B43-8E70-E556FC874C2F}" type="slidenum">
              <a:rPr kumimoji="0" lang="en-US"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75474113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CA5E65C-1AA6-4B43-8E70-E556FC874C2F}" type="slidenum">
              <a:rPr kumimoji="0" lang="en-US"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9947941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CA5E65C-1AA6-4B43-8E70-E556FC874C2F}" type="slidenum">
              <a:rPr kumimoji="0" lang="en-US"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0987723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CA5E65C-1AA6-4B43-8E70-E556FC874C2F}" type="slidenum">
              <a:rPr kumimoji="0" lang="en-US"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5437024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CA5E65C-1AA6-4B43-8E70-E556FC874C2F}" type="slidenum">
              <a:rPr kumimoji="0" lang="en-US"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16932827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CA5E65C-1AA6-4B43-8E70-E556FC874C2F}" type="slidenum">
              <a:rPr kumimoji="0" lang="en-US"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0589761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CA5E65C-1AA6-4B43-8E70-E556FC874C2F}" type="slidenum">
              <a:rPr kumimoji="0" lang="en-US"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71884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38100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114800"/>
            <a:ext cx="38100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7" name="Footer Placeholder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8" name="Slide Number Placeholder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CA5E65C-1AA6-4B43-8E70-E556FC874C2F}" type="slidenum">
              <a:rPr kumimoji="0" lang="en-US"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703377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CA5E65C-1AA6-4B43-8E70-E556FC874C2F}" type="slidenum">
              <a:rPr kumimoji="0" lang="en-US"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3960979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wmf"/></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7.wmf"/><Relationship Id="rId3" Type="http://schemas.openxmlformats.org/officeDocument/2006/relationships/image" Target="../media/image2.wmf"/><Relationship Id="rId7" Type="http://schemas.openxmlformats.org/officeDocument/2006/relationships/image" Target="../media/image4.wmf"/><Relationship Id="rId12" Type="http://schemas.openxmlformats.org/officeDocument/2006/relationships/oleObject" Target="../embeddings/oleObject7.bin"/><Relationship Id="rId2" Type="http://schemas.openxmlformats.org/officeDocument/2006/relationships/oleObject" Target="../embeddings/oleObject2.bin"/><Relationship Id="rId1" Type="http://schemas.openxmlformats.org/officeDocument/2006/relationships/slideLayout" Target="../slideLayouts/slideLayout7.xml"/><Relationship Id="rId6" Type="http://schemas.openxmlformats.org/officeDocument/2006/relationships/oleObject" Target="../embeddings/oleObject4.bin"/><Relationship Id="rId11" Type="http://schemas.openxmlformats.org/officeDocument/2006/relationships/image" Target="../media/image6.wmf"/><Relationship Id="rId5" Type="http://schemas.openxmlformats.org/officeDocument/2006/relationships/image" Target="../media/image3.wmf"/><Relationship Id="rId10"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5.wmf"/></Relationships>
</file>

<file path=ppt/slides/_rels/slide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8.bin"/><Relationship Id="rId1"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oleObject" Target="../embeddings/oleObject9.bin"/></Relationships>
</file>

<file path=ppt/slides/_rels/slide5.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image" Target="../media/image10.png"/><Relationship Id="rId1" Type="http://schemas.openxmlformats.org/officeDocument/2006/relationships/slideLayout" Target="../slideLayouts/slideLayout17.xml"/><Relationship Id="rId6" Type="http://schemas.openxmlformats.org/officeDocument/2006/relationships/image" Target="../media/image12.wmf"/><Relationship Id="rId5" Type="http://schemas.openxmlformats.org/officeDocument/2006/relationships/oleObject" Target="../embeddings/oleObject11.bin"/><Relationship Id="rId10"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13.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5.wmf"/></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wmf"/><Relationship Id="rId7" Type="http://schemas.openxmlformats.org/officeDocument/2006/relationships/image" Target="../media/image18.wmf"/><Relationship Id="rId2"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17.bin"/><Relationship Id="rId5" Type="http://schemas.openxmlformats.org/officeDocument/2006/relationships/image" Target="../media/image17.wmf"/><Relationship Id="rId10" Type="http://schemas.openxmlformats.org/officeDocument/2006/relationships/image" Target="../media/image20.wmf"/><Relationship Id="rId4" Type="http://schemas.openxmlformats.org/officeDocument/2006/relationships/oleObject" Target="../embeddings/oleObject16.bin"/><Relationship Id="rId9" Type="http://schemas.openxmlformats.org/officeDocument/2006/relationships/oleObject" Target="../embeddings/oleObject18.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26.wmf"/><Relationship Id="rId3" Type="http://schemas.openxmlformats.org/officeDocument/2006/relationships/image" Target="../media/image21.wmf"/><Relationship Id="rId7" Type="http://schemas.openxmlformats.org/officeDocument/2006/relationships/image" Target="../media/image23.wmf"/><Relationship Id="rId12" Type="http://schemas.openxmlformats.org/officeDocument/2006/relationships/oleObject" Target="../embeddings/oleObject24.bin"/><Relationship Id="rId17" Type="http://schemas.openxmlformats.org/officeDocument/2006/relationships/image" Target="../media/image28.wmf"/><Relationship Id="rId2" Type="http://schemas.openxmlformats.org/officeDocument/2006/relationships/oleObject" Target="../embeddings/oleObject19.bin"/><Relationship Id="rId16" Type="http://schemas.openxmlformats.org/officeDocument/2006/relationships/oleObject" Target="../embeddings/oleObject26.bin"/><Relationship Id="rId1" Type="http://schemas.openxmlformats.org/officeDocument/2006/relationships/slideLayout" Target="../slideLayouts/slideLayout7.xml"/><Relationship Id="rId6" Type="http://schemas.openxmlformats.org/officeDocument/2006/relationships/oleObject" Target="../embeddings/oleObject21.bin"/><Relationship Id="rId11" Type="http://schemas.openxmlformats.org/officeDocument/2006/relationships/image" Target="../media/image25.wmf"/><Relationship Id="rId5" Type="http://schemas.openxmlformats.org/officeDocument/2006/relationships/image" Target="../media/image22.wmf"/><Relationship Id="rId15" Type="http://schemas.openxmlformats.org/officeDocument/2006/relationships/image" Target="../media/image27.wmf"/><Relationship Id="rId10" Type="http://schemas.openxmlformats.org/officeDocument/2006/relationships/oleObject" Target="../embeddings/oleObject23.bin"/><Relationship Id="rId4" Type="http://schemas.openxmlformats.org/officeDocument/2006/relationships/oleObject" Target="../embeddings/oleObject20.bin"/><Relationship Id="rId9" Type="http://schemas.openxmlformats.org/officeDocument/2006/relationships/image" Target="../media/image24.wmf"/><Relationship Id="rId14" Type="http://schemas.openxmlformats.org/officeDocument/2006/relationships/oleObject" Target="../embeddings/oleObject25.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30.bin"/><Relationship Id="rId13" Type="http://schemas.openxmlformats.org/officeDocument/2006/relationships/image" Target="../media/image34.wmf"/><Relationship Id="rId18" Type="http://schemas.openxmlformats.org/officeDocument/2006/relationships/oleObject" Target="../embeddings/oleObject35.bin"/><Relationship Id="rId3" Type="http://schemas.openxmlformats.org/officeDocument/2006/relationships/image" Target="../media/image29.wmf"/><Relationship Id="rId21" Type="http://schemas.openxmlformats.org/officeDocument/2006/relationships/image" Target="../media/image38.wmf"/><Relationship Id="rId7" Type="http://schemas.openxmlformats.org/officeDocument/2006/relationships/image" Target="../media/image31.wmf"/><Relationship Id="rId12" Type="http://schemas.openxmlformats.org/officeDocument/2006/relationships/oleObject" Target="../embeddings/oleObject32.bin"/><Relationship Id="rId17" Type="http://schemas.openxmlformats.org/officeDocument/2006/relationships/image" Target="../media/image36.wmf"/><Relationship Id="rId2" Type="http://schemas.openxmlformats.org/officeDocument/2006/relationships/oleObject" Target="../embeddings/oleObject27.bin"/><Relationship Id="rId16" Type="http://schemas.openxmlformats.org/officeDocument/2006/relationships/oleObject" Target="../embeddings/oleObject34.bin"/><Relationship Id="rId20" Type="http://schemas.openxmlformats.org/officeDocument/2006/relationships/oleObject" Target="../embeddings/oleObject36.bin"/><Relationship Id="rId1" Type="http://schemas.openxmlformats.org/officeDocument/2006/relationships/slideLayout" Target="../slideLayouts/slideLayout7.xml"/><Relationship Id="rId6" Type="http://schemas.openxmlformats.org/officeDocument/2006/relationships/oleObject" Target="../embeddings/oleObject29.bin"/><Relationship Id="rId11" Type="http://schemas.openxmlformats.org/officeDocument/2006/relationships/image" Target="../media/image33.wmf"/><Relationship Id="rId5" Type="http://schemas.openxmlformats.org/officeDocument/2006/relationships/image" Target="../media/image30.wmf"/><Relationship Id="rId15" Type="http://schemas.openxmlformats.org/officeDocument/2006/relationships/image" Target="../media/image35.wmf"/><Relationship Id="rId10" Type="http://schemas.openxmlformats.org/officeDocument/2006/relationships/oleObject" Target="../embeddings/oleObject31.bin"/><Relationship Id="rId19" Type="http://schemas.openxmlformats.org/officeDocument/2006/relationships/image" Target="../media/image37.wmf"/><Relationship Id="rId4" Type="http://schemas.openxmlformats.org/officeDocument/2006/relationships/oleObject" Target="../embeddings/oleObject28.bin"/><Relationship Id="rId9" Type="http://schemas.openxmlformats.org/officeDocument/2006/relationships/image" Target="../media/image32.wmf"/><Relationship Id="rId14" Type="http://schemas.openxmlformats.org/officeDocument/2006/relationships/oleObject" Target="../embeddings/oleObject3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Grp="1"/>
          </p:cNvSpPr>
          <p:nvPr>
            <p:ph type="ctrTitle"/>
          </p:nvPr>
        </p:nvSpPr>
        <p:spPr>
          <a:xfrm>
            <a:off x="304800" y="2743200"/>
            <a:ext cx="8153400" cy="1470025"/>
          </a:xfrm>
          <a:ln/>
        </p:spPr>
        <p:txBody>
          <a:bodyPr vert="horz" wrap="square" lIns="91440" tIns="45720" rIns="91440" bIns="45720" anchor="ctr" anchorCtr="0"/>
          <a:lstStyle/>
          <a:p>
            <a:pPr algn="ctr" eaLnBrk="1" hangingPunct="1">
              <a:buClrTx/>
              <a:buSzTx/>
              <a:buFontTx/>
            </a:pPr>
            <a:r>
              <a:rPr lang="en-US" altLang="en-US" sz="4800" kern="1200" dirty="0">
                <a:solidFill>
                  <a:srgbClr val="663300"/>
                </a:solidFill>
                <a:latin typeface="Comic Sans MS" panose="030F0702030302020204" pitchFamily="66" charset="0"/>
                <a:ea typeface="+mj-ea"/>
                <a:cs typeface="+mj-cs"/>
              </a:rPr>
              <a:t>The Substitution Rule</a:t>
            </a:r>
            <a:br>
              <a:rPr lang="en-US" altLang="en-US" sz="4800" kern="1200" dirty="0">
                <a:solidFill>
                  <a:srgbClr val="663300"/>
                </a:solidFill>
                <a:latin typeface="Comic Sans MS" panose="030F0702030302020204" pitchFamily="66" charset="0"/>
                <a:ea typeface="+mj-ea"/>
                <a:cs typeface="+mj-cs"/>
              </a:rPr>
            </a:br>
            <a:r>
              <a:rPr lang="en-US" altLang="en-US" sz="4800" kern="1200" dirty="0">
                <a:solidFill>
                  <a:srgbClr val="663300"/>
                </a:solidFill>
                <a:latin typeface="Comic Sans MS" panose="030F0702030302020204" pitchFamily="66" charset="0"/>
                <a:ea typeface="+mj-ea"/>
                <a:cs typeface="+mj-cs"/>
              </a:rPr>
              <a:t>by: </a:t>
            </a:r>
            <a:r>
              <a:rPr lang="en-US" altLang="en-US" sz="4800" kern="1200" dirty="0" err="1">
                <a:solidFill>
                  <a:srgbClr val="663300"/>
                </a:solidFill>
                <a:latin typeface="Comic Sans MS" panose="030F0702030302020204" pitchFamily="66" charset="0"/>
                <a:ea typeface="+mj-ea"/>
                <a:cs typeface="+mj-cs"/>
              </a:rPr>
              <a:t>Dr.Hiba</a:t>
            </a:r>
            <a:r>
              <a:rPr lang="en-US" altLang="en-US" sz="4800" kern="1200" dirty="0">
                <a:solidFill>
                  <a:srgbClr val="663300"/>
                </a:solidFill>
                <a:latin typeface="Comic Sans MS" panose="030F0702030302020204" pitchFamily="66" charset="0"/>
                <a:ea typeface="+mj-ea"/>
                <a:cs typeface="+mj-cs"/>
              </a:rPr>
              <a:t> Omer</a:t>
            </a:r>
            <a:br>
              <a:rPr lang="ar-IQ" altLang="en-US" sz="4800" kern="1200" dirty="0">
                <a:solidFill>
                  <a:srgbClr val="663300"/>
                </a:solidFill>
                <a:latin typeface="Comic Sans MS" panose="030F0702030302020204" pitchFamily="66" charset="0"/>
                <a:ea typeface="+mj-ea"/>
                <a:cs typeface="+mj-cs"/>
              </a:rPr>
            </a:br>
            <a:r>
              <a:rPr lang="en-US" altLang="en-US" sz="4800" kern="1200" dirty="0">
                <a:solidFill>
                  <a:srgbClr val="663300"/>
                </a:solidFill>
                <a:latin typeface="Comic Sans MS" panose="030F0702030302020204" pitchFamily="66" charset="0"/>
                <a:ea typeface="+mj-ea"/>
                <a:cs typeface="+mj-cs"/>
              </a:rPr>
              <a:t>lec2</a:t>
            </a:r>
            <a:br>
              <a:rPr lang="en-US" altLang="en-US" sz="4000" kern="1200" dirty="0">
                <a:solidFill>
                  <a:srgbClr val="663300"/>
                </a:solidFill>
                <a:latin typeface="Comic Sans MS" panose="030F0702030302020204" pitchFamily="66" charset="0"/>
                <a:ea typeface="+mj-ea"/>
                <a:cs typeface="+mj-cs"/>
              </a:rPr>
            </a:br>
            <a:endParaRPr lang="en-US" altLang="en-US" sz="4000" kern="1200" dirty="0">
              <a:solidFill>
                <a:srgbClr val="663300"/>
              </a:solidFill>
              <a:latin typeface="Comic Sans MS" panose="030F0702030302020204" pitchFamily="66" charset="0"/>
              <a:ea typeface="+mj-ea"/>
              <a:cs typeface="+mj-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p:cNvSpPr>
          <p:nvPr>
            <p:ph type="title"/>
          </p:nvPr>
        </p:nvSpPr>
        <p:spPr>
          <a:xfrm>
            <a:off x="533400" y="0"/>
            <a:ext cx="7772400" cy="914400"/>
          </a:xfrm>
          <a:ln/>
        </p:spPr>
        <p:txBody>
          <a:bodyPr vert="horz" wrap="square" lIns="91440" tIns="45720" rIns="91440" bIns="45720" anchor="ctr" anchorCtr="0"/>
          <a:lstStyle/>
          <a:p>
            <a:pPr eaLnBrk="1" hangingPunct="1"/>
            <a:r>
              <a:rPr lang="en-US" altLang="en-US">
                <a:solidFill>
                  <a:srgbClr val="663300"/>
                </a:solidFill>
                <a:latin typeface="Comic Sans MS" panose="030F0702030302020204" pitchFamily="66" charset="0"/>
              </a:rPr>
              <a:t>The Substitution Rule</a:t>
            </a:r>
          </a:p>
        </p:txBody>
      </p:sp>
      <p:sp>
        <p:nvSpPr>
          <p:cNvPr id="43011" name="Rectangle 3"/>
          <p:cNvSpPr>
            <a:spLocks noGrp="1"/>
          </p:cNvSpPr>
          <p:nvPr>
            <p:ph idx="1"/>
          </p:nvPr>
        </p:nvSpPr>
        <p:spPr>
          <a:xfrm>
            <a:off x="304800" y="914400"/>
            <a:ext cx="8610600" cy="5562600"/>
          </a:xfrm>
          <a:ln/>
        </p:spPr>
        <p:txBody>
          <a:bodyPr vert="horz" wrap="square" lIns="91440" tIns="45720" rIns="91440" bIns="45720" anchor="t" anchorCtr="0">
            <a:normAutofit lnSpcReduction="10000"/>
          </a:bodyPr>
          <a:lstStyle/>
          <a:p>
            <a:pPr eaLnBrk="1" hangingPunct="1">
              <a:lnSpc>
                <a:spcPct val="90000"/>
              </a:lnSpc>
            </a:pPr>
            <a:r>
              <a:rPr lang="en-US" altLang="en-US" sz="2800"/>
              <a:t>If </a:t>
            </a:r>
            <a:r>
              <a:rPr lang="en-US" altLang="en-US" sz="2800" i="1">
                <a:solidFill>
                  <a:schemeClr val="accent2"/>
                </a:solidFill>
              </a:rPr>
              <a:t>u=g(x)</a:t>
            </a:r>
            <a:r>
              <a:rPr lang="en-US" altLang="en-US" sz="2800"/>
              <a:t> is  differentiable function whose range is an interval </a:t>
            </a:r>
            <a:r>
              <a:rPr lang="en-US" altLang="en-US" sz="2800" i="1">
                <a:solidFill>
                  <a:schemeClr val="accent2"/>
                </a:solidFill>
              </a:rPr>
              <a:t>I</a:t>
            </a:r>
            <a:r>
              <a:rPr lang="en-US" altLang="en-US" sz="2800"/>
              <a:t>, and f is continuous on </a:t>
            </a:r>
            <a:r>
              <a:rPr lang="en-US" altLang="en-US" sz="2800" i="1">
                <a:solidFill>
                  <a:schemeClr val="accent2"/>
                </a:solidFill>
              </a:rPr>
              <a:t>I</a:t>
            </a:r>
            <a:r>
              <a:rPr lang="en-US" altLang="en-US" sz="2800"/>
              <a:t>, then</a:t>
            </a:r>
          </a:p>
          <a:p>
            <a:pPr eaLnBrk="1" hangingPunct="1">
              <a:lnSpc>
                <a:spcPct val="90000"/>
              </a:lnSpc>
              <a:buNone/>
            </a:pPr>
            <a:r>
              <a:rPr lang="en-US" altLang="en-US" sz="2800"/>
              <a:t>	</a:t>
            </a:r>
          </a:p>
          <a:p>
            <a:pPr eaLnBrk="1" hangingPunct="1">
              <a:lnSpc>
                <a:spcPct val="90000"/>
              </a:lnSpc>
              <a:buNone/>
            </a:pPr>
            <a:endParaRPr lang="en-US" altLang="en-US" sz="2800"/>
          </a:p>
          <a:p>
            <a:pPr eaLnBrk="1" hangingPunct="1">
              <a:lnSpc>
                <a:spcPct val="90000"/>
              </a:lnSpc>
            </a:pPr>
            <a:r>
              <a:rPr lang="en-US" altLang="en-US" sz="2800"/>
              <a:t>The Substitution rule is proved using the Chain Rule for differentiation.</a:t>
            </a:r>
          </a:p>
          <a:p>
            <a:pPr eaLnBrk="1" hangingPunct="1">
              <a:lnSpc>
                <a:spcPct val="90000"/>
              </a:lnSpc>
            </a:pPr>
            <a:r>
              <a:rPr lang="en-US" altLang="en-US" sz="2800"/>
              <a:t>The idea behind the substitution rule is to replace a relatively complicated integral by a simpler integral. This is accomplished by changing from the original variable </a:t>
            </a:r>
            <a:r>
              <a:rPr lang="en-US" altLang="en-US" sz="2800" i="1">
                <a:solidFill>
                  <a:schemeClr val="accent2"/>
                </a:solidFill>
              </a:rPr>
              <a:t>x</a:t>
            </a:r>
            <a:r>
              <a:rPr lang="en-US" altLang="en-US" sz="2800"/>
              <a:t> to a new variable </a:t>
            </a:r>
            <a:r>
              <a:rPr lang="en-US" altLang="en-US" sz="2800" i="1">
                <a:solidFill>
                  <a:schemeClr val="accent2"/>
                </a:solidFill>
              </a:rPr>
              <a:t>u</a:t>
            </a:r>
            <a:r>
              <a:rPr lang="en-US" altLang="en-US" sz="2800"/>
              <a:t> that is a function of </a:t>
            </a:r>
            <a:r>
              <a:rPr lang="en-US" altLang="en-US" sz="2800" i="1">
                <a:solidFill>
                  <a:schemeClr val="accent2"/>
                </a:solidFill>
              </a:rPr>
              <a:t>x</a:t>
            </a:r>
            <a:r>
              <a:rPr lang="en-US" altLang="en-US" sz="2800"/>
              <a:t>. </a:t>
            </a:r>
          </a:p>
          <a:p>
            <a:pPr eaLnBrk="1" hangingPunct="1">
              <a:lnSpc>
                <a:spcPct val="90000"/>
              </a:lnSpc>
            </a:pPr>
            <a:r>
              <a:rPr lang="en-US" altLang="en-US" sz="2800"/>
              <a:t>The main challenge is to think of an appropriate substitution.</a:t>
            </a:r>
          </a:p>
        </p:txBody>
      </p:sp>
      <p:graphicFrame>
        <p:nvGraphicFramePr>
          <p:cNvPr id="43012" name="Object 4"/>
          <p:cNvGraphicFramePr>
            <a:graphicFrameLocks noChangeAspect="1"/>
          </p:cNvGraphicFramePr>
          <p:nvPr/>
        </p:nvGraphicFramePr>
        <p:xfrm>
          <a:off x="990600" y="1752600"/>
          <a:ext cx="6477000" cy="1003300"/>
        </p:xfrm>
        <a:graphic>
          <a:graphicData uri="http://schemas.openxmlformats.org/presentationml/2006/ole">
            <mc:AlternateContent xmlns:mc="http://schemas.openxmlformats.org/markup-compatibility/2006">
              <mc:Choice xmlns:v="urn:schemas-microsoft-com:vml" Requires="v">
                <p:oleObj r:id="rId3" imgW="31156275" imgH="4829175" progId="Equation.DSMT4">
                  <p:embed/>
                </p:oleObj>
              </mc:Choice>
              <mc:Fallback>
                <p:oleObj r:id="rId3" imgW="31156275" imgH="4829175" progId="Equation.DSMT4">
                  <p:embed/>
                  <p:pic>
                    <p:nvPicPr>
                      <p:cNvPr id="0" name="Picture 3082"/>
                      <p:cNvPicPr/>
                      <p:nvPr/>
                    </p:nvPicPr>
                    <p:blipFill>
                      <a:blip r:embed="rId4"/>
                      <a:stretch>
                        <a:fillRect/>
                      </a:stretch>
                    </p:blipFill>
                    <p:spPr>
                      <a:xfrm>
                        <a:off x="990600" y="1752600"/>
                        <a:ext cx="6477000" cy="10033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par>
                                <p:cTn id="7" presetID="5" presetClass="entr" presetSubtype="10" fill="hold" nodeType="withEffect">
                                  <p:stCondLst>
                                    <p:cond delay="0"/>
                                  </p:stCondLst>
                                  <p:childTnLst>
                                    <p:set>
                                      <p:cBhvr>
                                        <p:cTn id="8" dur="1" fill="hold">
                                          <p:stCondLst>
                                            <p:cond delay="0"/>
                                          </p:stCondLst>
                                        </p:cTn>
                                        <p:tgtEl>
                                          <p:spTgt spid="43012"/>
                                        </p:tgtEl>
                                        <p:attrNameLst>
                                          <p:attrName>style.visibility</p:attrName>
                                        </p:attrNameLst>
                                      </p:cBhvr>
                                      <p:to>
                                        <p:strVal val="visible"/>
                                      </p:to>
                                    </p:set>
                                    <p:animEffect transition="in" filter="checkerboard(across)">
                                      <p:cBhvr>
                                        <p:cTn id="9" dur="500"/>
                                        <p:tgtEl>
                                          <p:spTgt spid="4301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3011">
                                            <p:txEl>
                                              <p:pRg st="4" end="4"/>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30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69" name="Object 3"/>
          <p:cNvGraphicFramePr>
            <a:graphicFrameLocks noChangeAspect="1"/>
          </p:cNvGraphicFramePr>
          <p:nvPr/>
        </p:nvGraphicFramePr>
        <p:xfrm>
          <a:off x="838200" y="838200"/>
          <a:ext cx="1981200" cy="746125"/>
        </p:xfrm>
        <a:graphic>
          <a:graphicData uri="http://schemas.openxmlformats.org/presentationml/2006/ole">
            <mc:AlternateContent xmlns:mc="http://schemas.openxmlformats.org/markup-compatibility/2006">
              <mc:Choice xmlns:v="urn:schemas-microsoft-com:vml" Requires="v">
                <p:oleObj r:id="rId2" imgW="13382625" imgH="5048250" progId="Equation.DSMT4">
                  <p:embed/>
                </p:oleObj>
              </mc:Choice>
              <mc:Fallback>
                <p:oleObj r:id="rId2" imgW="13382625" imgH="5048250" progId="Equation.DSMT4">
                  <p:embed/>
                  <p:pic>
                    <p:nvPicPr>
                      <p:cNvPr id="0" name="Picture 3083"/>
                      <p:cNvPicPr/>
                      <p:nvPr/>
                    </p:nvPicPr>
                    <p:blipFill>
                      <a:blip r:embed="rId3"/>
                      <a:stretch>
                        <a:fillRect/>
                      </a:stretch>
                    </p:blipFill>
                    <p:spPr>
                      <a:xfrm>
                        <a:off x="838200" y="838200"/>
                        <a:ext cx="1981200" cy="746125"/>
                      </a:xfrm>
                      <a:prstGeom prst="rect">
                        <a:avLst/>
                      </a:prstGeom>
                      <a:noFill/>
                      <a:ln w="38100">
                        <a:noFill/>
                        <a:miter/>
                      </a:ln>
                    </p:spPr>
                  </p:pic>
                </p:oleObj>
              </mc:Fallback>
            </mc:AlternateContent>
          </a:graphicData>
        </a:graphic>
      </p:graphicFrame>
      <p:graphicFrame>
        <p:nvGraphicFramePr>
          <p:cNvPr id="48132" name="Object 4"/>
          <p:cNvGraphicFramePr>
            <a:graphicFrameLocks noChangeAspect="1"/>
          </p:cNvGraphicFramePr>
          <p:nvPr/>
        </p:nvGraphicFramePr>
        <p:xfrm>
          <a:off x="3505200" y="914400"/>
          <a:ext cx="2286000" cy="477838"/>
        </p:xfrm>
        <a:graphic>
          <a:graphicData uri="http://schemas.openxmlformats.org/presentationml/2006/ole">
            <mc:AlternateContent xmlns:mc="http://schemas.openxmlformats.org/markup-compatibility/2006">
              <mc:Choice xmlns:v="urn:schemas-microsoft-com:vml" Requires="v">
                <p:oleObj r:id="rId4" imgW="14697075" imgH="3076575" progId="Equation.DSMT4">
                  <p:embed/>
                </p:oleObj>
              </mc:Choice>
              <mc:Fallback>
                <p:oleObj r:id="rId4" imgW="14697075" imgH="3076575" progId="Equation.DSMT4">
                  <p:embed/>
                  <p:pic>
                    <p:nvPicPr>
                      <p:cNvPr id="0" name="Picture 3084"/>
                      <p:cNvPicPr/>
                      <p:nvPr/>
                    </p:nvPicPr>
                    <p:blipFill>
                      <a:blip r:embed="rId5"/>
                      <a:stretch>
                        <a:fillRect/>
                      </a:stretch>
                    </p:blipFill>
                    <p:spPr>
                      <a:xfrm>
                        <a:off x="3505200" y="914400"/>
                        <a:ext cx="2286000" cy="477838"/>
                      </a:xfrm>
                      <a:prstGeom prst="rect">
                        <a:avLst/>
                      </a:prstGeom>
                      <a:noFill/>
                      <a:ln w="38100">
                        <a:noFill/>
                        <a:miter/>
                      </a:ln>
                    </p:spPr>
                  </p:pic>
                </p:oleObj>
              </mc:Fallback>
            </mc:AlternateContent>
          </a:graphicData>
        </a:graphic>
      </p:graphicFrame>
      <p:graphicFrame>
        <p:nvGraphicFramePr>
          <p:cNvPr id="48133" name="Object 5"/>
          <p:cNvGraphicFramePr>
            <a:graphicFrameLocks noChangeAspect="1"/>
          </p:cNvGraphicFramePr>
          <p:nvPr/>
        </p:nvGraphicFramePr>
        <p:xfrm>
          <a:off x="4038600" y="1600200"/>
          <a:ext cx="1363663" cy="477838"/>
        </p:xfrm>
        <a:graphic>
          <a:graphicData uri="http://schemas.openxmlformats.org/presentationml/2006/ole">
            <mc:AlternateContent xmlns:mc="http://schemas.openxmlformats.org/markup-compatibility/2006">
              <mc:Choice xmlns:v="urn:schemas-microsoft-com:vml" Requires="v">
                <p:oleObj r:id="rId6" imgW="8772525" imgH="3076575" progId="Equation.DSMT4">
                  <p:embed/>
                </p:oleObj>
              </mc:Choice>
              <mc:Fallback>
                <p:oleObj r:id="rId6" imgW="8772525" imgH="3076575" progId="Equation.DSMT4">
                  <p:embed/>
                  <p:pic>
                    <p:nvPicPr>
                      <p:cNvPr id="0" name="Picture 3080"/>
                      <p:cNvPicPr/>
                      <p:nvPr/>
                    </p:nvPicPr>
                    <p:blipFill>
                      <a:blip r:embed="rId7"/>
                      <a:stretch>
                        <a:fillRect/>
                      </a:stretch>
                    </p:blipFill>
                    <p:spPr>
                      <a:xfrm>
                        <a:off x="4038600" y="1600200"/>
                        <a:ext cx="1363663" cy="477838"/>
                      </a:xfrm>
                      <a:prstGeom prst="rect">
                        <a:avLst/>
                      </a:prstGeom>
                      <a:noFill/>
                      <a:ln w="38100">
                        <a:noFill/>
                        <a:miter/>
                      </a:ln>
                    </p:spPr>
                  </p:pic>
                </p:oleObj>
              </mc:Fallback>
            </mc:AlternateContent>
          </a:graphicData>
        </a:graphic>
      </p:graphicFrame>
      <p:graphicFrame>
        <p:nvGraphicFramePr>
          <p:cNvPr id="48134" name="Object 6"/>
          <p:cNvGraphicFramePr>
            <a:graphicFrameLocks noChangeAspect="1"/>
          </p:cNvGraphicFramePr>
          <p:nvPr/>
        </p:nvGraphicFramePr>
        <p:xfrm>
          <a:off x="1125538" y="1981200"/>
          <a:ext cx="1181100" cy="762000"/>
        </p:xfrm>
        <a:graphic>
          <a:graphicData uri="http://schemas.openxmlformats.org/presentationml/2006/ole">
            <mc:AlternateContent xmlns:mc="http://schemas.openxmlformats.org/markup-compatibility/2006">
              <mc:Choice xmlns:v="urn:schemas-microsoft-com:vml" Requires="v">
                <p:oleObj r:id="rId8" imgW="7458075" imgH="4829175" progId="Equation.DSMT4">
                  <p:embed/>
                </p:oleObj>
              </mc:Choice>
              <mc:Fallback>
                <p:oleObj r:id="rId8" imgW="7458075" imgH="4829175" progId="Equation.DSMT4">
                  <p:embed/>
                  <p:pic>
                    <p:nvPicPr>
                      <p:cNvPr id="0" name="Picture 3085"/>
                      <p:cNvPicPr/>
                      <p:nvPr/>
                    </p:nvPicPr>
                    <p:blipFill>
                      <a:blip r:embed="rId9"/>
                      <a:stretch>
                        <a:fillRect/>
                      </a:stretch>
                    </p:blipFill>
                    <p:spPr>
                      <a:xfrm>
                        <a:off x="1125538" y="1981200"/>
                        <a:ext cx="1181100" cy="762000"/>
                      </a:xfrm>
                      <a:prstGeom prst="rect">
                        <a:avLst/>
                      </a:prstGeom>
                      <a:noFill/>
                      <a:ln w="38100">
                        <a:noFill/>
                        <a:miter/>
                      </a:ln>
                    </p:spPr>
                  </p:pic>
                </p:oleObj>
              </mc:Fallback>
            </mc:AlternateContent>
          </a:graphicData>
        </a:graphic>
      </p:graphicFrame>
      <p:graphicFrame>
        <p:nvGraphicFramePr>
          <p:cNvPr id="48135" name="Object 7"/>
          <p:cNvGraphicFramePr>
            <a:graphicFrameLocks noChangeAspect="1"/>
          </p:cNvGraphicFramePr>
          <p:nvPr/>
        </p:nvGraphicFramePr>
        <p:xfrm>
          <a:off x="990600" y="3048000"/>
          <a:ext cx="1493838" cy="1074738"/>
        </p:xfrm>
        <a:graphic>
          <a:graphicData uri="http://schemas.openxmlformats.org/presentationml/2006/ole">
            <mc:AlternateContent xmlns:mc="http://schemas.openxmlformats.org/markup-compatibility/2006">
              <mc:Choice xmlns:v="urn:schemas-microsoft-com:vml" Requires="v">
                <p:oleObj r:id="rId10" imgW="9439275" imgH="6800850" progId="Equation.DSMT4">
                  <p:embed/>
                </p:oleObj>
              </mc:Choice>
              <mc:Fallback>
                <p:oleObj r:id="rId10" imgW="9439275" imgH="6800850" progId="Equation.DSMT4">
                  <p:embed/>
                  <p:pic>
                    <p:nvPicPr>
                      <p:cNvPr id="0" name="Picture 3081"/>
                      <p:cNvPicPr/>
                      <p:nvPr/>
                    </p:nvPicPr>
                    <p:blipFill>
                      <a:blip r:embed="rId11"/>
                      <a:stretch>
                        <a:fillRect/>
                      </a:stretch>
                    </p:blipFill>
                    <p:spPr>
                      <a:xfrm>
                        <a:off x="990600" y="3048000"/>
                        <a:ext cx="1493838" cy="1074738"/>
                      </a:xfrm>
                      <a:prstGeom prst="rect">
                        <a:avLst/>
                      </a:prstGeom>
                      <a:noFill/>
                      <a:ln w="38100">
                        <a:noFill/>
                        <a:miter/>
                      </a:ln>
                    </p:spPr>
                  </p:pic>
                </p:oleObj>
              </mc:Fallback>
            </mc:AlternateContent>
          </a:graphicData>
        </a:graphic>
      </p:graphicFrame>
      <p:sp>
        <p:nvSpPr>
          <p:cNvPr id="48136" name="Freeform 8"/>
          <p:cNvSpPr/>
          <p:nvPr/>
        </p:nvSpPr>
        <p:spPr>
          <a:xfrm>
            <a:off x="2362200" y="2057400"/>
            <a:ext cx="1828800" cy="596900"/>
          </a:xfrm>
          <a:custGeom>
            <a:avLst/>
            <a:gdLst/>
            <a:ahLst/>
            <a:cxnLst>
              <a:cxn ang="0">
                <a:pos x="1828800" y="0"/>
              </a:cxn>
              <a:cxn ang="0">
                <a:pos x="838200" y="533400"/>
              </a:cxn>
              <a:cxn ang="0">
                <a:pos x="0" y="381000"/>
              </a:cxn>
            </a:cxnLst>
            <a:rect l="0" t="0" r="0" b="0"/>
            <a:pathLst>
              <a:path w="1152" h="376">
                <a:moveTo>
                  <a:pt x="1152" y="0"/>
                </a:moveTo>
                <a:cubicBezTo>
                  <a:pt x="936" y="148"/>
                  <a:pt x="720" y="296"/>
                  <a:pt x="528" y="336"/>
                </a:cubicBezTo>
                <a:cubicBezTo>
                  <a:pt x="336" y="376"/>
                  <a:pt x="168" y="308"/>
                  <a:pt x="0" y="240"/>
                </a:cubicBezTo>
              </a:path>
            </a:pathLst>
          </a:custGeom>
          <a:noFill/>
          <a:ln w="25400" cap="flat" cmpd="sng">
            <a:solidFill>
              <a:srgbClr val="FF0000">
                <a:alpha val="100000"/>
              </a:srgbClr>
            </a:solidFill>
            <a:prstDash val="solid"/>
            <a:round/>
            <a:headEnd type="none" w="med" len="med"/>
            <a:tailEnd type="triangle" w="med" len="med"/>
          </a:ln>
        </p:spPr>
        <p:txBody>
          <a:bodyPr/>
          <a:lstStyle/>
          <a:p>
            <a:endParaRPr lang="en-US"/>
          </a:p>
        </p:txBody>
      </p:sp>
      <p:sp>
        <p:nvSpPr>
          <p:cNvPr id="48137" name="Freeform 9"/>
          <p:cNvSpPr/>
          <p:nvPr/>
        </p:nvSpPr>
        <p:spPr>
          <a:xfrm>
            <a:off x="1600200" y="1371600"/>
            <a:ext cx="2743200" cy="685800"/>
          </a:xfrm>
          <a:custGeom>
            <a:avLst/>
            <a:gdLst/>
            <a:ahLst/>
            <a:cxnLst>
              <a:cxn ang="0">
                <a:pos x="2743200" y="0"/>
              </a:cxn>
              <a:cxn ang="0">
                <a:pos x="1676400" y="533400"/>
              </a:cxn>
              <a:cxn ang="0">
                <a:pos x="304800" y="228600"/>
              </a:cxn>
              <a:cxn ang="0">
                <a:pos x="0" y="685800"/>
              </a:cxn>
            </a:cxnLst>
            <a:rect l="0" t="0" r="0" b="0"/>
            <a:pathLst>
              <a:path w="1728" h="432">
                <a:moveTo>
                  <a:pt x="1728" y="0"/>
                </a:moveTo>
                <a:cubicBezTo>
                  <a:pt x="1520" y="156"/>
                  <a:pt x="1312" y="312"/>
                  <a:pt x="1056" y="336"/>
                </a:cubicBezTo>
                <a:cubicBezTo>
                  <a:pt x="800" y="360"/>
                  <a:pt x="368" y="128"/>
                  <a:pt x="192" y="144"/>
                </a:cubicBezTo>
                <a:cubicBezTo>
                  <a:pt x="16" y="160"/>
                  <a:pt x="8" y="296"/>
                  <a:pt x="0" y="432"/>
                </a:cubicBezTo>
              </a:path>
            </a:pathLst>
          </a:custGeom>
          <a:noFill/>
          <a:ln w="25400" cap="flat" cmpd="sng">
            <a:solidFill>
              <a:srgbClr val="FF0000">
                <a:alpha val="100000"/>
              </a:srgbClr>
            </a:solidFill>
            <a:prstDash val="solid"/>
            <a:round/>
            <a:headEnd type="none" w="med" len="med"/>
            <a:tailEnd type="triangle" w="med" len="med"/>
          </a:ln>
        </p:spPr>
        <p:txBody>
          <a:bodyPr/>
          <a:lstStyle/>
          <a:p>
            <a:endParaRPr lang="en-US"/>
          </a:p>
        </p:txBody>
      </p:sp>
      <p:graphicFrame>
        <p:nvGraphicFramePr>
          <p:cNvPr id="48138" name="Object 10"/>
          <p:cNvGraphicFramePr>
            <a:graphicFrameLocks noChangeAspect="1"/>
          </p:cNvGraphicFramePr>
          <p:nvPr/>
        </p:nvGraphicFramePr>
        <p:xfrm>
          <a:off x="685800" y="4343400"/>
          <a:ext cx="2154238" cy="1247775"/>
        </p:xfrm>
        <a:graphic>
          <a:graphicData uri="http://schemas.openxmlformats.org/presentationml/2006/ole">
            <mc:AlternateContent xmlns:mc="http://schemas.openxmlformats.org/markup-compatibility/2006">
              <mc:Choice xmlns:v="urn:schemas-microsoft-com:vml" Requires="v">
                <p:oleObj r:id="rId12" imgW="13601700" imgH="7896225" progId="Equation.DSMT4">
                  <p:embed/>
                </p:oleObj>
              </mc:Choice>
              <mc:Fallback>
                <p:oleObj r:id="rId12" imgW="13601700" imgH="7896225" progId="Equation.DSMT4">
                  <p:embed/>
                  <p:pic>
                    <p:nvPicPr>
                      <p:cNvPr id="0" name="Picture 3086"/>
                      <p:cNvPicPr/>
                      <p:nvPr/>
                    </p:nvPicPr>
                    <p:blipFill>
                      <a:blip r:embed="rId13"/>
                      <a:stretch>
                        <a:fillRect/>
                      </a:stretch>
                    </p:blipFill>
                    <p:spPr>
                      <a:xfrm>
                        <a:off x="685800" y="4343400"/>
                        <a:ext cx="2154238" cy="1247775"/>
                      </a:xfrm>
                      <a:prstGeom prst="rect">
                        <a:avLst/>
                      </a:prstGeom>
                      <a:noFill/>
                      <a:ln w="38100">
                        <a:noFill/>
                        <a:miter/>
                      </a:ln>
                    </p:spPr>
                  </p:pic>
                </p:oleObj>
              </mc:Fallback>
            </mc:AlternateContent>
          </a:graphicData>
        </a:graphic>
      </p:graphicFrame>
      <p:sp>
        <p:nvSpPr>
          <p:cNvPr id="48139" name="Text Box 11"/>
          <p:cNvSpPr txBox="1"/>
          <p:nvPr/>
        </p:nvSpPr>
        <p:spPr>
          <a:xfrm>
            <a:off x="4572000" y="2438400"/>
            <a:ext cx="4130675" cy="1187450"/>
          </a:xfrm>
          <a:prstGeom prst="rect">
            <a:avLst/>
          </a:prstGeom>
          <a:noFill/>
          <a:ln w="9525">
            <a:noFill/>
          </a:ln>
        </p:spPr>
        <p:txBody>
          <a:bodyPr>
            <a:spAutoFit/>
          </a:bodyPr>
          <a:lstStyle/>
          <a:p>
            <a:pPr eaLnBrk="1" hangingPunct="1"/>
            <a:r>
              <a:rPr lang="en-US" altLang="en-US">
                <a:solidFill>
                  <a:schemeClr val="accent2"/>
                </a:solidFill>
                <a:latin typeface="Arial" panose="020B0604020202020204" pitchFamily="34" charset="0"/>
              </a:rPr>
              <a:t>The variable of integration must match the variable in the expression.</a:t>
            </a:r>
          </a:p>
        </p:txBody>
      </p:sp>
      <p:sp>
        <p:nvSpPr>
          <p:cNvPr id="48140" name="Rectangle 12"/>
          <p:cNvSpPr/>
          <p:nvPr/>
        </p:nvSpPr>
        <p:spPr>
          <a:xfrm>
            <a:off x="4572000" y="2362200"/>
            <a:ext cx="3810000" cy="1371600"/>
          </a:xfrm>
          <a:prstGeom prst="rect">
            <a:avLst/>
          </a:prstGeom>
          <a:solidFill>
            <a:schemeClr val="bg1"/>
          </a:solidFill>
          <a:ln w="9525">
            <a:noFill/>
          </a:ln>
        </p:spPr>
        <p:txBody>
          <a:bodyPr wrap="none" anchor="ctr" anchorCtr="0"/>
          <a:lstStyle/>
          <a:p>
            <a:pPr eaLnBrk="1" hangingPunct="1"/>
            <a:endParaRPr>
              <a:latin typeface="Times New Roman" panose="02020603050405020304" pitchFamily="18" charset="0"/>
            </a:endParaRPr>
          </a:p>
        </p:txBody>
      </p:sp>
      <p:sp>
        <p:nvSpPr>
          <p:cNvPr id="48141" name="Text Box 13"/>
          <p:cNvSpPr txBox="1"/>
          <p:nvPr/>
        </p:nvSpPr>
        <p:spPr>
          <a:xfrm>
            <a:off x="3946525" y="4154488"/>
            <a:ext cx="4816475" cy="884237"/>
          </a:xfrm>
          <a:prstGeom prst="rect">
            <a:avLst/>
          </a:prstGeom>
          <a:noFill/>
          <a:ln w="9525">
            <a:noFill/>
          </a:ln>
        </p:spPr>
        <p:txBody>
          <a:bodyPr>
            <a:spAutoFit/>
          </a:bodyPr>
          <a:lstStyle/>
          <a:p>
            <a:pPr eaLnBrk="1" hangingPunct="1"/>
            <a:r>
              <a:rPr lang="en-US" altLang="en-US" u="sng">
                <a:solidFill>
                  <a:schemeClr val="accent2"/>
                </a:solidFill>
                <a:latin typeface="Arial" panose="020B0604020202020204" pitchFamily="34" charset="0"/>
              </a:rPr>
              <a:t>Don’t</a:t>
            </a:r>
            <a:r>
              <a:rPr lang="en-US" altLang="en-US">
                <a:solidFill>
                  <a:schemeClr val="accent2"/>
                </a:solidFill>
                <a:latin typeface="Arial" panose="020B0604020202020204" pitchFamily="34" charset="0"/>
              </a:rPr>
              <a:t> forget to substitute the value for </a:t>
            </a:r>
            <a:r>
              <a:rPr lang="en-US" altLang="en-US" sz="2800" i="1">
                <a:solidFill>
                  <a:schemeClr val="accent2"/>
                </a:solidFill>
                <a:latin typeface="Times New Roman" panose="02020603050405020304" pitchFamily="18" charset="0"/>
              </a:rPr>
              <a:t>u</a:t>
            </a:r>
            <a:r>
              <a:rPr lang="en-US" altLang="en-US">
                <a:solidFill>
                  <a:schemeClr val="accent2"/>
                </a:solidFill>
                <a:latin typeface="Arial" panose="020B0604020202020204" pitchFamily="34" charset="0"/>
              </a:rPr>
              <a:t> back into the problem!</a:t>
            </a:r>
          </a:p>
        </p:txBody>
      </p:sp>
      <p:sp>
        <p:nvSpPr>
          <p:cNvPr id="48142" name="Freeform 14"/>
          <p:cNvSpPr/>
          <p:nvPr/>
        </p:nvSpPr>
        <p:spPr>
          <a:xfrm>
            <a:off x="1371600" y="1524000"/>
            <a:ext cx="5143500" cy="2895600"/>
          </a:xfrm>
          <a:custGeom>
            <a:avLst/>
            <a:gdLst/>
            <a:ahLst/>
            <a:cxnLst>
              <a:cxn ang="0">
                <a:pos x="4267200" y="0"/>
              </a:cxn>
              <a:cxn ang="0">
                <a:pos x="4648200" y="1066800"/>
              </a:cxn>
              <a:cxn ang="0">
                <a:pos x="1295400" y="2209800"/>
              </a:cxn>
              <a:cxn ang="0">
                <a:pos x="0" y="2895600"/>
              </a:cxn>
            </a:cxnLst>
            <a:rect l="0" t="0" r="0" b="0"/>
            <a:pathLst>
              <a:path w="3240" h="1824">
                <a:moveTo>
                  <a:pt x="2688" y="0"/>
                </a:moveTo>
                <a:cubicBezTo>
                  <a:pt x="2964" y="220"/>
                  <a:pt x="3240" y="440"/>
                  <a:pt x="2928" y="672"/>
                </a:cubicBezTo>
                <a:cubicBezTo>
                  <a:pt x="2616" y="904"/>
                  <a:pt x="1304" y="1200"/>
                  <a:pt x="816" y="1392"/>
                </a:cubicBezTo>
                <a:cubicBezTo>
                  <a:pt x="328" y="1584"/>
                  <a:pt x="164" y="1704"/>
                  <a:pt x="0" y="1824"/>
                </a:cubicBezTo>
              </a:path>
            </a:pathLst>
          </a:custGeom>
          <a:noFill/>
          <a:ln w="25400" cap="flat" cmpd="sng">
            <a:solidFill>
              <a:srgbClr val="FF0000">
                <a:alpha val="100000"/>
              </a:srgbClr>
            </a:solidFill>
            <a:prstDash val="solid"/>
            <a:round/>
            <a:headEnd type="none" w="med" len="med"/>
            <a:tailEnd type="triangle" w="med" len="med"/>
          </a:ln>
        </p:spPr>
        <p:txBody>
          <a:bodyPr/>
          <a:lstStyle/>
          <a:p>
            <a:endParaRPr lang="en-US"/>
          </a:p>
        </p:txBody>
      </p:sp>
      <p:sp>
        <p:nvSpPr>
          <p:cNvPr id="48143" name="Line 15"/>
          <p:cNvSpPr/>
          <p:nvPr/>
        </p:nvSpPr>
        <p:spPr>
          <a:xfrm>
            <a:off x="1295400" y="1379538"/>
            <a:ext cx="762000" cy="0"/>
          </a:xfrm>
          <a:prstGeom prst="line">
            <a:avLst/>
          </a:prstGeom>
          <a:ln w="31750" cap="flat" cmpd="sng">
            <a:solidFill>
              <a:schemeClr val="accent2"/>
            </a:solidFill>
            <a:prstDash val="solid"/>
            <a:headEnd type="none" w="med" len="med"/>
            <a:tailEnd type="none" w="med" len="med"/>
          </a:ln>
        </p:spPr>
      </p:sp>
      <p:sp>
        <p:nvSpPr>
          <p:cNvPr id="7182" name="Text Box 17"/>
          <p:cNvSpPr txBox="1"/>
          <p:nvPr/>
        </p:nvSpPr>
        <p:spPr>
          <a:xfrm>
            <a:off x="228600" y="304800"/>
            <a:ext cx="1219200" cy="376238"/>
          </a:xfrm>
          <a:prstGeom prst="rect">
            <a:avLst/>
          </a:prstGeom>
          <a:solidFill>
            <a:schemeClr val="folHlink"/>
          </a:solidFill>
          <a:ln w="9525" cap="flat" cmpd="sng">
            <a:solidFill>
              <a:schemeClr val="tx1"/>
            </a:solidFill>
            <a:prstDash val="solid"/>
            <a:miter/>
            <a:headEnd type="none" w="med" len="med"/>
            <a:tailEnd type="none" w="med" len="med"/>
          </a:ln>
        </p:spPr>
        <p:txBody>
          <a:bodyPr>
            <a:spAutoFit/>
          </a:bodyPr>
          <a:lstStyle/>
          <a:p>
            <a:pPr eaLnBrk="1" hangingPunct="1">
              <a:spcBef>
                <a:spcPct val="50000"/>
              </a:spcBef>
            </a:pPr>
            <a:r>
              <a:rPr lang="en-US" altLang="en-US" sz="1800">
                <a:latin typeface="Arial" panose="020B0604020202020204" pitchFamily="34" charset="0"/>
                <a:cs typeface="Arial" panose="020B0604020202020204" pitchFamily="34" charset="0"/>
              </a:rPr>
              <a:t>Example</a:t>
            </a:r>
            <a:endParaRPr lang="en-US" altLang="en-US" sz="1800">
              <a:latin typeface="Arial" panose="020B0604020202020204" pitchFamily="34" charset="0"/>
              <a:ea typeface="Arial" panose="020B0604020202020204" pitchFamily="34" charset="0"/>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8132"/>
                                        </p:tgtEl>
                                        <p:attrNameLst>
                                          <p:attrName>style.visibility</p:attrName>
                                        </p:attrNameLst>
                                      </p:cBhvr>
                                      <p:to>
                                        <p:strVal val="visible"/>
                                      </p:to>
                                    </p:set>
                                  </p:childTnLst>
                                </p:cTn>
                              </p:par>
                            </p:childTnLst>
                          </p:cTn>
                        </p:par>
                        <p:par>
                          <p:cTn id="7" fill="hold">
                            <p:stCondLst>
                              <p:cond delay="500"/>
                            </p:stCondLst>
                            <p:childTnLst>
                              <p:par>
                                <p:cTn id="8" presetID="22" presetClass="entr" presetSubtype="8" fill="hold" nodeType="afterEffect">
                                  <p:stCondLst>
                                    <p:cond delay="0"/>
                                  </p:stCondLst>
                                  <p:childTnLst>
                                    <p:set>
                                      <p:cBhvr>
                                        <p:cTn id="9" dur="1" fill="hold">
                                          <p:stCondLst>
                                            <p:cond delay="0"/>
                                          </p:stCondLst>
                                        </p:cTn>
                                        <p:tgtEl>
                                          <p:spTgt spid="48143"/>
                                        </p:tgtEl>
                                        <p:attrNameLst>
                                          <p:attrName>style.visibility</p:attrName>
                                        </p:attrNameLst>
                                      </p:cBhvr>
                                      <p:to>
                                        <p:strVal val="visible"/>
                                      </p:to>
                                    </p:set>
                                    <p:animEffect transition="in" filter="wipe(left)">
                                      <p:cBhvr>
                                        <p:cTn id="10" dur="500"/>
                                        <p:tgtEl>
                                          <p:spTgt spid="48143"/>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81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48134"/>
                                        </p:tgtEl>
                                        <p:attrNameLst>
                                          <p:attrName>style.visibility</p:attrName>
                                        </p:attrNameLst>
                                      </p:cBhvr>
                                      <p:to>
                                        <p:strVal val="visible"/>
                                      </p:to>
                                    </p:set>
                                  </p:childTnLst>
                                </p:cTn>
                              </p:par>
                            </p:childTnLst>
                          </p:cTn>
                        </p:par>
                        <p:par>
                          <p:cTn id="19" fill="hold">
                            <p:stCondLst>
                              <p:cond delay="500"/>
                            </p:stCondLst>
                            <p:childTnLst>
                              <p:par>
                                <p:cTn id="20" presetID="22" presetClass="entr" presetSubtype="2" fill="hold" nodeType="afterEffect">
                                  <p:stCondLst>
                                    <p:cond delay="0"/>
                                  </p:stCondLst>
                                  <p:childTnLst>
                                    <p:set>
                                      <p:cBhvr>
                                        <p:cTn id="21" dur="1" fill="hold">
                                          <p:stCondLst>
                                            <p:cond delay="0"/>
                                          </p:stCondLst>
                                        </p:cTn>
                                        <p:tgtEl>
                                          <p:spTgt spid="48137"/>
                                        </p:tgtEl>
                                        <p:attrNameLst>
                                          <p:attrName>style.visibility</p:attrName>
                                        </p:attrNameLst>
                                      </p:cBhvr>
                                      <p:to>
                                        <p:strVal val="visible"/>
                                      </p:to>
                                    </p:set>
                                    <p:animEffect transition="in" filter="wipe(right)">
                                      <p:cBhvr>
                                        <p:cTn id="22" dur="500"/>
                                        <p:tgtEl>
                                          <p:spTgt spid="48137"/>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48139"/>
                                        </p:tgtEl>
                                        <p:attrNameLst>
                                          <p:attrName>style.visibility</p:attrName>
                                        </p:attrNameLst>
                                      </p:cBhvr>
                                      <p:to>
                                        <p:strVal val="visible"/>
                                      </p:to>
                                    </p:set>
                                    <p:anim calcmode="lin" valueType="num">
                                      <p:cBhvr additive="base">
                                        <p:cTn id="27" dur="500" fill="hold"/>
                                        <p:tgtEl>
                                          <p:spTgt spid="48139"/>
                                        </p:tgtEl>
                                        <p:attrNameLst>
                                          <p:attrName>ppt_x</p:attrName>
                                        </p:attrNameLst>
                                      </p:cBhvr>
                                      <p:tavLst>
                                        <p:tav tm="0">
                                          <p:val>
                                            <p:strVal val="1+#ppt_w/2"/>
                                          </p:val>
                                        </p:tav>
                                        <p:tav tm="100000">
                                          <p:val>
                                            <p:strVal val="#ppt_x"/>
                                          </p:val>
                                        </p:tav>
                                      </p:tavLst>
                                    </p:anim>
                                    <p:anim calcmode="lin" valueType="num">
                                      <p:cBhvr additive="base">
                                        <p:cTn id="28" dur="500" fill="hold"/>
                                        <p:tgtEl>
                                          <p:spTgt spid="48139"/>
                                        </p:tgtEl>
                                        <p:attrNameLst>
                                          <p:attrName>ppt_y</p:attrName>
                                        </p:attrNameLst>
                                      </p:cBhvr>
                                      <p:tavLst>
                                        <p:tav tm="0">
                                          <p:val>
                                            <p:strVal val="#ppt_y"/>
                                          </p:val>
                                        </p:tav>
                                        <p:tav tm="100000">
                                          <p:val>
                                            <p:strVal val="#ppt_y"/>
                                          </p:val>
                                        </p:tav>
                                      </p:tavLst>
                                    </p:anim>
                                  </p:childTnLst>
                                </p:cTn>
                              </p:par>
                            </p:childTnLst>
                          </p:cTn>
                        </p:par>
                        <p:par>
                          <p:cTn id="29" fill="hold">
                            <p:stCondLst>
                              <p:cond delay="500"/>
                            </p:stCondLst>
                            <p:childTnLst>
                              <p:par>
                                <p:cTn id="30" presetID="22" presetClass="entr" presetSubtype="2" fill="hold" nodeType="afterEffect">
                                  <p:stCondLst>
                                    <p:cond delay="0"/>
                                  </p:stCondLst>
                                  <p:childTnLst>
                                    <p:set>
                                      <p:cBhvr>
                                        <p:cTn id="31" dur="1" fill="hold">
                                          <p:stCondLst>
                                            <p:cond delay="0"/>
                                          </p:stCondLst>
                                        </p:cTn>
                                        <p:tgtEl>
                                          <p:spTgt spid="48136"/>
                                        </p:tgtEl>
                                        <p:attrNameLst>
                                          <p:attrName>style.visibility</p:attrName>
                                        </p:attrNameLst>
                                      </p:cBhvr>
                                      <p:to>
                                        <p:strVal val="visible"/>
                                      </p:to>
                                    </p:set>
                                    <p:animEffect transition="in" filter="wipe(right)">
                                      <p:cBhvr>
                                        <p:cTn id="32" dur="500"/>
                                        <p:tgtEl>
                                          <p:spTgt spid="48136"/>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4813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48140"/>
                                        </p:tgtEl>
                                        <p:attrNameLst>
                                          <p:attrName>style.visibility</p:attrName>
                                        </p:attrNameLst>
                                      </p:cBhvr>
                                      <p:to>
                                        <p:strVal val="visible"/>
                                      </p:to>
                                    </p:set>
                                    <p:animEffect transition="in" filter="dissolve">
                                      <p:cBhvr>
                                        <p:cTn id="41" dur="500"/>
                                        <p:tgtEl>
                                          <p:spTgt spid="48140"/>
                                        </p:tgtEl>
                                      </p:cBhvr>
                                    </p:animEffect>
                                  </p:childTnLst>
                                </p:cTn>
                              </p:par>
                            </p:childTnLst>
                          </p:cTn>
                        </p:par>
                        <p:par>
                          <p:cTn id="42" fill="hold">
                            <p:stCondLst>
                              <p:cond delay="500"/>
                            </p:stCondLst>
                            <p:childTnLst>
                              <p:par>
                                <p:cTn id="43" presetID="2" presetClass="entr" presetSubtype="2" fill="hold" grpId="0" nodeType="afterEffect">
                                  <p:stCondLst>
                                    <p:cond delay="0"/>
                                  </p:stCondLst>
                                  <p:childTnLst>
                                    <p:set>
                                      <p:cBhvr>
                                        <p:cTn id="44" dur="1" fill="hold">
                                          <p:stCondLst>
                                            <p:cond delay="0"/>
                                          </p:stCondLst>
                                        </p:cTn>
                                        <p:tgtEl>
                                          <p:spTgt spid="48141"/>
                                        </p:tgtEl>
                                        <p:attrNameLst>
                                          <p:attrName>style.visibility</p:attrName>
                                        </p:attrNameLst>
                                      </p:cBhvr>
                                      <p:to>
                                        <p:strVal val="visible"/>
                                      </p:to>
                                    </p:set>
                                    <p:anim calcmode="lin" valueType="num">
                                      <p:cBhvr additive="base">
                                        <p:cTn id="45" dur="500" fill="hold"/>
                                        <p:tgtEl>
                                          <p:spTgt spid="48141"/>
                                        </p:tgtEl>
                                        <p:attrNameLst>
                                          <p:attrName>ppt_x</p:attrName>
                                        </p:attrNameLst>
                                      </p:cBhvr>
                                      <p:tavLst>
                                        <p:tav tm="0">
                                          <p:val>
                                            <p:strVal val="1+#ppt_w/2"/>
                                          </p:val>
                                        </p:tav>
                                        <p:tav tm="100000">
                                          <p:val>
                                            <p:strVal val="#ppt_x"/>
                                          </p:val>
                                        </p:tav>
                                      </p:tavLst>
                                    </p:anim>
                                    <p:anim calcmode="lin" valueType="num">
                                      <p:cBhvr additive="base">
                                        <p:cTn id="46" dur="500" fill="hold"/>
                                        <p:tgtEl>
                                          <p:spTgt spid="48141"/>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48138"/>
                                        </p:tgtEl>
                                        <p:attrNameLst>
                                          <p:attrName>style.visibility</p:attrName>
                                        </p:attrNameLst>
                                      </p:cBhvr>
                                      <p:to>
                                        <p:strVal val="visible"/>
                                      </p:to>
                                    </p:set>
                                  </p:childTnLst>
                                </p:cTn>
                              </p:par>
                            </p:childTnLst>
                          </p:cTn>
                        </p:par>
                        <p:par>
                          <p:cTn id="51" fill="hold">
                            <p:stCondLst>
                              <p:cond delay="500"/>
                            </p:stCondLst>
                            <p:childTnLst>
                              <p:par>
                                <p:cTn id="52" presetID="22" presetClass="entr" presetSubtype="1" fill="hold" nodeType="afterEffect">
                                  <p:stCondLst>
                                    <p:cond delay="0"/>
                                  </p:stCondLst>
                                  <p:childTnLst>
                                    <p:set>
                                      <p:cBhvr>
                                        <p:cTn id="53" dur="1" fill="hold">
                                          <p:stCondLst>
                                            <p:cond delay="0"/>
                                          </p:stCondLst>
                                        </p:cTn>
                                        <p:tgtEl>
                                          <p:spTgt spid="48142"/>
                                        </p:tgtEl>
                                        <p:attrNameLst>
                                          <p:attrName>style.visibility</p:attrName>
                                        </p:attrNameLst>
                                      </p:cBhvr>
                                      <p:to>
                                        <p:strVal val="visible"/>
                                      </p:to>
                                    </p:set>
                                    <p:animEffect transition="in" filter="wipe(up)">
                                      <p:cBhvr>
                                        <p:cTn id="54" dur="500"/>
                                        <p:tgtEl>
                                          <p:spTgt spid="48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9" grpId="0"/>
      <p:bldP spid="4814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p:cNvSpPr>
          <p:nvPr>
            <p:ph type="title"/>
          </p:nvPr>
        </p:nvSpPr>
        <p:spPr>
          <a:xfrm>
            <a:off x="457200" y="152400"/>
            <a:ext cx="7772400" cy="1143000"/>
          </a:xfrm>
          <a:ln/>
        </p:spPr>
        <p:txBody>
          <a:bodyPr vert="horz" wrap="square" lIns="91440" tIns="45720" rIns="91440" bIns="45720" anchor="ctr" anchorCtr="0"/>
          <a:lstStyle/>
          <a:p>
            <a:pPr eaLnBrk="1" hangingPunct="1"/>
            <a:r>
              <a:rPr lang="en-US" altLang="en-US">
                <a:solidFill>
                  <a:srgbClr val="663300"/>
                </a:solidFill>
                <a:latin typeface="Comic Sans MS" panose="030F0702030302020204" pitchFamily="66" charset="0"/>
              </a:rPr>
              <a:t>Substitution rule examples</a:t>
            </a:r>
          </a:p>
        </p:txBody>
      </p:sp>
      <p:sp>
        <p:nvSpPr>
          <p:cNvPr id="46084" name="Text Box 4"/>
          <p:cNvSpPr txBox="1"/>
          <p:nvPr/>
        </p:nvSpPr>
        <p:spPr>
          <a:xfrm>
            <a:off x="533400" y="1909763"/>
            <a:ext cx="1219200" cy="376237"/>
          </a:xfrm>
          <a:prstGeom prst="rect">
            <a:avLst/>
          </a:prstGeom>
          <a:solidFill>
            <a:schemeClr val="folHlink"/>
          </a:solidFill>
          <a:ln w="9525" cap="flat" cmpd="sng">
            <a:solidFill>
              <a:schemeClr val="tx1"/>
            </a:solidFill>
            <a:prstDash val="solid"/>
            <a:miter/>
            <a:headEnd type="none" w="med" len="med"/>
            <a:tailEnd type="none" w="med" len="med"/>
          </a:ln>
        </p:spPr>
        <p:txBody>
          <a:bodyPr>
            <a:spAutoFit/>
          </a:bodyPr>
          <a:lstStyle/>
          <a:p>
            <a:pPr eaLnBrk="1" hangingPunct="1">
              <a:spcBef>
                <a:spcPct val="50000"/>
              </a:spcBef>
            </a:pPr>
            <a:r>
              <a:rPr lang="en-US" altLang="en-US" sz="1800">
                <a:latin typeface="Arial" panose="020B0604020202020204" pitchFamily="34" charset="0"/>
                <a:cs typeface="Arial" panose="020B0604020202020204" pitchFamily="34" charset="0"/>
              </a:rPr>
              <a:t>Example</a:t>
            </a:r>
            <a:endParaRPr lang="en-US" altLang="en-US" sz="1800">
              <a:latin typeface="Arial" panose="020B0604020202020204" pitchFamily="34" charset="0"/>
              <a:ea typeface="Arial" panose="020B0604020202020204" pitchFamily="34" charset="0"/>
            </a:endParaRPr>
          </a:p>
        </p:txBody>
      </p:sp>
      <p:graphicFrame>
        <p:nvGraphicFramePr>
          <p:cNvPr id="46085" name="Object 5"/>
          <p:cNvGraphicFramePr>
            <a:graphicFrameLocks noChangeAspect="1"/>
          </p:cNvGraphicFramePr>
          <p:nvPr/>
        </p:nvGraphicFramePr>
        <p:xfrm>
          <a:off x="2057400" y="1912938"/>
          <a:ext cx="3497263" cy="444500"/>
        </p:xfrm>
        <a:graphic>
          <a:graphicData uri="http://schemas.openxmlformats.org/presentationml/2006/ole">
            <mc:AlternateContent xmlns:mc="http://schemas.openxmlformats.org/markup-compatibility/2006">
              <mc:Choice xmlns:v="urn:schemas-microsoft-com:vml" Requires="v">
                <p:oleObj r:id="rId2" imgW="37957125" imgH="4829175" progId="Equation.DSMT4">
                  <p:embed/>
                </p:oleObj>
              </mc:Choice>
              <mc:Fallback>
                <p:oleObj r:id="rId2" imgW="37957125" imgH="4829175" progId="Equation.DSMT4">
                  <p:embed/>
                  <p:pic>
                    <p:nvPicPr>
                      <p:cNvPr id="0" name="Picture 3087"/>
                      <p:cNvPicPr/>
                      <p:nvPr/>
                    </p:nvPicPr>
                    <p:blipFill>
                      <a:blip r:embed="rId3"/>
                      <a:stretch>
                        <a:fillRect/>
                      </a:stretch>
                    </p:blipFill>
                    <p:spPr>
                      <a:xfrm>
                        <a:off x="2057400" y="1912938"/>
                        <a:ext cx="3497263" cy="444500"/>
                      </a:xfrm>
                      <a:prstGeom prst="rect">
                        <a:avLst/>
                      </a:prstGeom>
                      <a:noFill/>
                      <a:ln w="38100">
                        <a:noFill/>
                        <a:miter/>
                      </a:ln>
                    </p:spPr>
                  </p:pic>
                </p:oleObj>
              </mc:Fallback>
            </mc:AlternateContent>
          </a:graphicData>
        </a:graphic>
      </p:graphicFrame>
      <p:graphicFrame>
        <p:nvGraphicFramePr>
          <p:cNvPr id="46087" name="Object 7"/>
          <p:cNvGraphicFramePr>
            <a:graphicFrameLocks noChangeAspect="1"/>
          </p:cNvGraphicFramePr>
          <p:nvPr/>
        </p:nvGraphicFramePr>
        <p:xfrm>
          <a:off x="2057400" y="2327275"/>
          <a:ext cx="3698875" cy="1939925"/>
        </p:xfrm>
        <a:graphic>
          <a:graphicData uri="http://schemas.openxmlformats.org/presentationml/2006/ole">
            <mc:AlternateContent xmlns:mc="http://schemas.openxmlformats.org/markup-compatibility/2006">
              <mc:Choice xmlns:v="urn:schemas-microsoft-com:vml" Requires="v">
                <p:oleObj r:id="rId4" imgW="40157400" imgH="21069300" progId="Equation.DSMT4">
                  <p:embed/>
                </p:oleObj>
              </mc:Choice>
              <mc:Fallback>
                <p:oleObj r:id="rId4" imgW="40157400" imgH="21069300" progId="Equation.DSMT4">
                  <p:embed/>
                  <p:pic>
                    <p:nvPicPr>
                      <p:cNvPr id="0" name="Picture 3079"/>
                      <p:cNvPicPr/>
                      <p:nvPr/>
                    </p:nvPicPr>
                    <p:blipFill>
                      <a:blip r:embed="rId5"/>
                      <a:stretch>
                        <a:fillRect/>
                      </a:stretch>
                    </p:blipFill>
                    <p:spPr>
                      <a:xfrm>
                        <a:off x="2057400" y="2327275"/>
                        <a:ext cx="3698875" cy="1939925"/>
                      </a:xfrm>
                      <a:prstGeom prst="rect">
                        <a:avLst/>
                      </a:prstGeom>
                      <a:noFill/>
                      <a:ln w="38100">
                        <a:noFill/>
                        <a:miter/>
                      </a:ln>
                    </p:spPr>
                  </p:pic>
                </p:oleObj>
              </mc:Fallback>
            </mc:AlternateContent>
          </a:graphicData>
        </a:graphic>
      </p:graphicFrame>
      <p:grpSp>
        <p:nvGrpSpPr>
          <p:cNvPr id="46088" name="Group 8"/>
          <p:cNvGrpSpPr/>
          <p:nvPr/>
        </p:nvGrpSpPr>
        <p:grpSpPr>
          <a:xfrm>
            <a:off x="3200400" y="2590800"/>
            <a:ext cx="5410200" cy="1200150"/>
            <a:chOff x="2016" y="1632"/>
            <a:chExt cx="3408" cy="756"/>
          </a:xfrm>
        </p:grpSpPr>
        <p:sp>
          <p:nvSpPr>
            <p:cNvPr id="8199" name="Text Box 9"/>
            <p:cNvSpPr txBox="1"/>
            <p:nvPr/>
          </p:nvSpPr>
          <p:spPr>
            <a:xfrm>
              <a:off x="3936" y="1632"/>
              <a:ext cx="1488" cy="756"/>
            </a:xfrm>
            <a:prstGeom prst="rect">
              <a:avLst/>
            </a:prstGeom>
            <a:noFill/>
            <a:ln w="9525" cap="flat" cmpd="sng">
              <a:solidFill>
                <a:srgbClr val="FF0000"/>
              </a:solidFill>
              <a:prstDash val="solid"/>
              <a:miter/>
              <a:headEnd type="none" w="med" len="med"/>
              <a:tailEnd type="none" w="med" len="med"/>
            </a:ln>
          </p:spPr>
          <p:txBody>
            <a:bodyPr>
              <a:spAutoFit/>
            </a:bodyPr>
            <a:lstStyle/>
            <a:p>
              <a:pPr eaLnBrk="1" hangingPunct="1">
                <a:spcBef>
                  <a:spcPct val="50000"/>
                </a:spcBef>
              </a:pPr>
              <a:r>
                <a:rPr lang="en-US" altLang="en-US" sz="1800">
                  <a:latin typeface="Arial" panose="020B0604020202020204" pitchFamily="34" charset="0"/>
                </a:rPr>
                <a:t>We computed  </a:t>
              </a:r>
              <a:r>
                <a:rPr lang="en-US" altLang="en-US" sz="1800" i="1">
                  <a:latin typeface="Arial" panose="020B0604020202020204" pitchFamily="34" charset="0"/>
                </a:rPr>
                <a:t>du</a:t>
              </a:r>
              <a:r>
                <a:rPr lang="en-US" altLang="en-US" sz="1800">
                  <a:latin typeface="Arial" panose="020B0604020202020204" pitchFamily="34" charset="0"/>
                </a:rPr>
                <a:t>  by straightforward differentiation of the expression for  </a:t>
              </a:r>
              <a:r>
                <a:rPr lang="en-US" altLang="en-US" sz="1800" i="1">
                  <a:latin typeface="Arial" panose="020B0604020202020204" pitchFamily="34" charset="0"/>
                </a:rPr>
                <a:t>u</a:t>
              </a:r>
              <a:r>
                <a:rPr lang="en-US" altLang="en-US" sz="1800">
                  <a:latin typeface="Arial" panose="020B0604020202020204" pitchFamily="34" charset="0"/>
                </a:rPr>
                <a:t>.</a:t>
              </a:r>
            </a:p>
          </p:txBody>
        </p:sp>
        <p:sp>
          <p:nvSpPr>
            <p:cNvPr id="8200" name="Line 10"/>
            <p:cNvSpPr/>
            <p:nvPr/>
          </p:nvSpPr>
          <p:spPr>
            <a:xfrm flipH="1" flipV="1">
              <a:off x="2016" y="1776"/>
              <a:ext cx="1920" cy="288"/>
            </a:xfrm>
            <a:prstGeom prst="line">
              <a:avLst/>
            </a:prstGeom>
            <a:ln w="9525" cap="flat" cmpd="sng">
              <a:solidFill>
                <a:srgbClr val="FF0000"/>
              </a:solidFill>
              <a:prstDash val="solid"/>
              <a:headEnd type="none" w="med" len="med"/>
              <a:tailEnd type="triangle" w="med" len="med"/>
            </a:ln>
          </p:spPr>
        </p:sp>
      </p:grpSp>
      <p:sp>
        <p:nvSpPr>
          <p:cNvPr id="46091" name="Text Box 11"/>
          <p:cNvSpPr txBox="1"/>
          <p:nvPr/>
        </p:nvSpPr>
        <p:spPr>
          <a:xfrm>
            <a:off x="609600" y="4572000"/>
            <a:ext cx="7924800" cy="1190625"/>
          </a:xfrm>
          <a:prstGeom prst="rect">
            <a:avLst/>
          </a:prstGeom>
          <a:noFill/>
          <a:ln w="9525">
            <a:noFill/>
          </a:ln>
        </p:spPr>
        <p:txBody>
          <a:bodyPr>
            <a:spAutoFit/>
          </a:bodyPr>
          <a:lstStyle/>
          <a:p>
            <a:pPr eaLnBrk="1" hangingPunct="1">
              <a:spcBef>
                <a:spcPct val="50000"/>
              </a:spcBef>
            </a:pPr>
            <a:r>
              <a:rPr lang="en-US" altLang="en-US" sz="1800">
                <a:latin typeface="Arial" panose="020B0604020202020204" pitchFamily="34" charset="0"/>
              </a:rPr>
              <a:t>The substitution  </a:t>
            </a:r>
            <a:r>
              <a:rPr lang="en-US" altLang="en-US" sz="1800" i="1">
                <a:latin typeface="Arial" panose="020B0604020202020204" pitchFamily="34" charset="0"/>
              </a:rPr>
              <a:t>u</a:t>
            </a:r>
            <a:r>
              <a:rPr lang="en-US" altLang="en-US" sz="1800">
                <a:latin typeface="Arial" panose="020B0604020202020204" pitchFamily="34" charset="0"/>
              </a:rPr>
              <a:t> = </a:t>
            </a:r>
            <a:r>
              <a:rPr lang="en-US" altLang="en-US" sz="1800" i="1">
                <a:latin typeface="Arial" panose="020B0604020202020204" pitchFamily="34" charset="0"/>
              </a:rPr>
              <a:t>2x</a:t>
            </a:r>
            <a:r>
              <a:rPr lang="en-US" altLang="en-US" sz="1800">
                <a:latin typeface="Arial" panose="020B0604020202020204" pitchFamily="34" charset="0"/>
              </a:rPr>
              <a:t>  was suggested by the function to be integrated.  The main problem in integrating by substitution is to find the right substitution which simplifies the integral so that it can be computed by the table of basic integrals.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08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608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608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60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animBg="1"/>
      <p:bldP spid="4609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p:cNvSpPr>
          <p:nvPr>
            <p:ph type="title"/>
          </p:nvPr>
        </p:nvSpPr>
        <p:spPr>
          <a:xfrm>
            <a:off x="0" y="0"/>
            <a:ext cx="9144000" cy="1143000"/>
          </a:xfrm>
          <a:ln/>
        </p:spPr>
        <p:txBody>
          <a:bodyPr vert="horz" wrap="square" lIns="91440" tIns="45720" rIns="91440" bIns="45720" anchor="ctr" anchorCtr="0"/>
          <a:lstStyle/>
          <a:p>
            <a:pPr eaLnBrk="1" hangingPunct="1"/>
            <a:r>
              <a:rPr lang="en-US" altLang="en-US" sz="3600">
                <a:solidFill>
                  <a:srgbClr val="663300"/>
                </a:solidFill>
                <a:latin typeface="Comic Sans MS" panose="030F0702030302020204" pitchFamily="66" charset="0"/>
              </a:rPr>
              <a:t>Example about choosing the substitution</a:t>
            </a:r>
          </a:p>
        </p:txBody>
      </p:sp>
      <p:sp>
        <p:nvSpPr>
          <p:cNvPr id="9218" name="Rectangle 3"/>
          <p:cNvSpPr>
            <a:spLocks noGrp="1"/>
          </p:cNvSpPr>
          <p:nvPr>
            <p:ph type="body" sz="half" idx="1"/>
          </p:nvPr>
        </p:nvSpPr>
        <p:spPr>
          <a:xfrm>
            <a:off x="685800" y="1981200"/>
            <a:ext cx="3814763" cy="4114800"/>
          </a:xfrm>
          <a:ln/>
        </p:spPr>
        <p:txBody>
          <a:bodyPr vert="horz" wrap="square" lIns="91440" tIns="45720" rIns="91440" bIns="45720" anchor="t" anchorCtr="0"/>
          <a:lstStyle/>
          <a:p>
            <a:pPr eaLnBrk="1" hangingPunct="1">
              <a:buClrTx/>
              <a:buSzTx/>
              <a:buFontTx/>
              <a:buNone/>
            </a:pPr>
            <a:r>
              <a:rPr lang="en-US" altLang="en-US" sz="2800"/>
              <a:t> </a:t>
            </a:r>
          </a:p>
        </p:txBody>
      </p:sp>
      <mc:AlternateContent xmlns:mc="http://schemas.openxmlformats.org/markup-compatibility/2006">
        <mc:Choice xmlns:a14="http://schemas.microsoft.com/office/drawing/2010/main" Requires="a14">
          <p:sp>
            <p:nvSpPr>
              <p:cNvPr id="47108" name="Object 4"/>
              <p:cNvSpPr txBox="1"/>
              <p:nvPr>
                <p:ph sz="quarter" idx="2"/>
              </p:nvPr>
            </p:nvSpPr>
            <p:spPr>
              <a:xfrm>
                <a:off x="990600" y="4548188"/>
                <a:ext cx="6407150" cy="671512"/>
              </a:xfrm>
              <a:prstGeom prst="rect">
                <a:avLst/>
              </a:prstGeom>
              <a:noFill/>
              <a:ln w="38100">
                <a:miter/>
              </a:ln>
            </p:spPr>
            <p:txBody>
              <a:bodyPr>
                <a:normAutofit fontScale="77500" lnSpcReduction="20000"/>
              </a:bodyPr>
              <a:lstStyle/>
              <a:p>
                <a:pPr>
                  <a:buNone/>
                </a:pPr>
                <a14:m>
                  <m:oMathPara xmlns:m="http://schemas.openxmlformats.org/officeDocument/2006/math">
                    <m:oMathParaPr>
                      <m:jc m:val="left"/>
                    </m:oMathParaPr>
                    <m:oMath xmlns:m="http://schemas.openxmlformats.org/officeDocument/2006/math">
                      <m:nary>
                        <m:naryPr>
                          <m:subHide m:val="on"/>
                          <m:supHide m:val="on"/>
                          <m:ctrlPr>
                            <a:rPr lang="en-US" i="1">
                              <a:solidFill>
                                <a:srgbClr val="000000"/>
                              </a:solidFill>
                              <a:latin typeface="Cambria Math" panose="02040503050406030204" pitchFamily="18" charset="0"/>
                            </a:rPr>
                          </m:ctrlPr>
                        </m:naryPr>
                        <m:sub/>
                        <m:sup/>
                        <m:e>
                          <m:f>
                            <m:fPr>
                              <m:ctrlPr>
                                <a:rPr lang="en-US" i="1">
                                  <a:solidFill>
                                    <a:srgbClr val="000000"/>
                                  </a:solidFill>
                                  <a:latin typeface="Cambria Math" panose="02040503050406030204" pitchFamily="18" charset="0"/>
                                </a:rPr>
                              </m:ctrlPr>
                            </m:fPr>
                            <m:num>
                              <m:rad>
                                <m:radPr>
                                  <m:degHide m:val="on"/>
                                  <m:ctrlPr>
                                    <a:rPr lang="en-US" i="1">
                                      <a:solidFill>
                                        <a:srgbClr val="000000"/>
                                      </a:solidFill>
                                      <a:latin typeface="Cambria Math" panose="02040503050406030204" pitchFamily="18" charset="0"/>
                                    </a:rPr>
                                  </m:ctrlPr>
                                </m:radPr>
                                <m:deg/>
                                <m:e>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1</m:t>
                                  </m:r>
                                </m:e>
                              </m:rad>
                            </m:num>
                            <m:den>
                              <m:r>
                                <a:rPr lang="en-US" i="1">
                                  <a:solidFill>
                                    <a:srgbClr val="000000"/>
                                  </a:solidFill>
                                  <a:latin typeface="Cambria Math" panose="02040503050406030204" pitchFamily="18" charset="0"/>
                                </a:rPr>
                                <m:t>𝑥</m:t>
                              </m:r>
                            </m:den>
                          </m:f>
                        </m:e>
                      </m:nary>
                      <m:r>
                        <a:rPr lang="en-US" i="1">
                          <a:solidFill>
                            <a:srgbClr val="000000"/>
                          </a:solidFill>
                          <a:latin typeface="Cambria Math" panose="02040503050406030204" pitchFamily="18" charset="0"/>
                        </a:rPr>
                        <m:t>𝑑𝑥</m:t>
                      </m:r>
                      <m:r>
                        <a:rPr lang="en-US" i="1">
                          <a:solidFill>
                            <a:srgbClr val="000000"/>
                          </a:solidFill>
                          <a:latin typeface="Cambria Math" panose="02040503050406030204" pitchFamily="18" charset="0"/>
                        </a:rPr>
                        <m:t>=</m:t>
                      </m:r>
                      <m:nary>
                        <m:naryPr>
                          <m:subHide m:val="on"/>
                          <m:supHide m:val="on"/>
                          <m:ctrlPr>
                            <a:rPr lang="en-US" i="1">
                              <a:solidFill>
                                <a:srgbClr val="000000"/>
                              </a:solidFill>
                              <a:latin typeface="Cambria Math" panose="02040503050406030204" pitchFamily="18" charset="0"/>
                            </a:rPr>
                          </m:ctrlPr>
                        </m:naryPr>
                        <m:sub/>
                        <m:sup/>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𝑢</m:t>
                              </m:r>
                            </m:num>
                            <m:den>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𝑢</m:t>
                                  </m:r>
                                </m:e>
                                <m:sup>
                                  <m:r>
                                    <a:rPr lang="en-US" i="1">
                                      <a:solidFill>
                                        <a:srgbClr val="000000"/>
                                      </a:solidFill>
                                      <a:latin typeface="Cambria Math" panose="02040503050406030204" pitchFamily="18" charset="0"/>
                                    </a:rPr>
                                    <m:t>2</m:t>
                                  </m:r>
                                </m:sup>
                              </m:sSup>
                            </m:den>
                          </m:f>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𝑢𝑑𝑢</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2</m:t>
                          </m:r>
                          <m:nary>
                            <m:naryPr>
                              <m:subHide m:val="on"/>
                              <m:supHide m:val="on"/>
                              <m:ctrlPr>
                                <a:rPr lang="en-US" i="1">
                                  <a:solidFill>
                                    <a:srgbClr val="000000"/>
                                  </a:solidFill>
                                  <a:latin typeface="Cambria Math" panose="02040503050406030204" pitchFamily="18" charset="0"/>
                                </a:rPr>
                              </m:ctrlPr>
                            </m:naryPr>
                            <m:sub/>
                            <m:sup/>
                            <m:e>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𝑢</m:t>
                                          </m:r>
                                        </m:e>
                                        <m:sup>
                                          <m:r>
                                            <a:rPr lang="en-US" i="1">
                                              <a:solidFill>
                                                <a:srgbClr val="000000"/>
                                              </a:solidFill>
                                              <a:latin typeface="Cambria Math" panose="02040503050406030204" pitchFamily="18" charset="0"/>
                                            </a:rPr>
                                            <m:t>2</m:t>
                                          </m:r>
                                        </m:sup>
                                      </m:sSup>
                                    </m:den>
                                  </m:f>
                                </m:e>
                              </m:d>
                            </m:e>
                          </m:nary>
                        </m:e>
                      </m:nary>
                      <m:r>
                        <a:rPr lang="en-US" i="1">
                          <a:solidFill>
                            <a:srgbClr val="000000"/>
                          </a:solidFill>
                          <a:latin typeface="Cambria Math" panose="02040503050406030204" pitchFamily="18" charset="0"/>
                        </a:rPr>
                        <m:t>𝑑𝑢</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𝑢</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2</m:t>
                      </m:r>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arctan</m:t>
                          </m:r>
                        </m:fName>
                        <m:e>
                          <m:r>
                            <a:rPr lang="en-US" i="1">
                              <a:solidFill>
                                <a:srgbClr val="000000"/>
                              </a:solidFill>
                              <a:latin typeface="Cambria Math" panose="02040503050406030204" pitchFamily="18" charset="0"/>
                            </a:rPr>
                            <m:t>(</m:t>
                          </m:r>
                        </m:e>
                      </m:func>
                      <m:r>
                        <a:rPr lang="en-US" i="1">
                          <a:solidFill>
                            <a:srgbClr val="000000"/>
                          </a:solidFill>
                          <a:latin typeface="Cambria Math" panose="02040503050406030204" pitchFamily="18" charset="0"/>
                        </a:rPr>
                        <m:t>𝑢</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𝐶</m:t>
                      </m:r>
                    </m:oMath>
                  </m:oMathPara>
                </a14:m>
                <a:endParaRPr lang="en-US" dirty="0"/>
              </a:p>
            </p:txBody>
          </p:sp>
        </mc:Choice>
        <mc:Fallback>
          <p:sp>
            <p:nvSpPr>
              <p:cNvPr id="47108" name="Object 4"/>
              <p:cNvSpPr txBox="1">
                <a:spLocks noRot="1" noChangeAspect="1" noMove="1" noResize="1" noEditPoints="1" noAdjustHandles="1" noChangeArrowheads="1" noChangeShapeType="1" noTextEdit="1"/>
              </p:cNvSpPr>
              <p:nvPr>
                <p:ph sz="quarter" idx="2"/>
              </p:nvPr>
            </p:nvSpPr>
            <p:spPr>
              <a:xfrm>
                <a:off x="990600" y="4548188"/>
                <a:ext cx="6407150" cy="671512"/>
              </a:xfrm>
              <a:prstGeom prst="rect">
                <a:avLst/>
              </a:prstGeom>
              <a:blipFill>
                <a:blip r:embed="rId2"/>
                <a:stretch>
                  <a:fillRect/>
                </a:stretch>
              </a:blipFill>
              <a:ln w="38100">
                <a:miter/>
              </a:ln>
            </p:spPr>
            <p:txBody>
              <a:bodyPr/>
              <a:lstStyle/>
              <a:p>
                <a:r>
                  <a:rPr lang="en-US">
                    <a:noFill/>
                  </a:rPr>
                  <a:t> </a:t>
                </a:r>
              </a:p>
            </p:txBody>
          </p:sp>
        </mc:Fallback>
      </mc:AlternateContent>
      <p:graphicFrame>
        <p:nvGraphicFramePr>
          <p:cNvPr id="9221" name="Object 6"/>
          <p:cNvGraphicFramePr>
            <a:graphicFrameLocks noGrp="1" noChangeAspect="1"/>
          </p:cNvGraphicFramePr>
          <p:nvPr>
            <p:ph sz="quarter" idx="3"/>
          </p:nvPr>
        </p:nvGraphicFramePr>
        <p:xfrm>
          <a:off x="2286000" y="990600"/>
          <a:ext cx="2368550" cy="687388"/>
        </p:xfrm>
        <a:graphic>
          <a:graphicData uri="http://schemas.openxmlformats.org/presentationml/2006/ole">
            <mc:AlternateContent xmlns:mc="http://schemas.openxmlformats.org/markup-compatibility/2006">
              <mc:Choice xmlns:v="urn:schemas-microsoft-com:vml" Requires="v">
                <p:oleObj r:id="rId3" imgW="25669875" imgH="7458075" progId="Equation.DSMT4">
                  <p:embed/>
                </p:oleObj>
              </mc:Choice>
              <mc:Fallback>
                <p:oleObj r:id="rId3" imgW="25669875" imgH="7458075" progId="Equation.DSMT4">
                  <p:embed/>
                  <p:pic>
                    <p:nvPicPr>
                      <p:cNvPr id="0" name="Picture 3094"/>
                      <p:cNvPicPr/>
                      <p:nvPr/>
                    </p:nvPicPr>
                    <p:blipFill>
                      <a:blip r:embed="rId4"/>
                      <a:srcRect/>
                      <a:stretch>
                        <a:fillRect/>
                      </a:stretch>
                    </p:blipFill>
                    <p:spPr>
                      <a:xfrm>
                        <a:off x="2286000" y="990600"/>
                        <a:ext cx="2368550" cy="687388"/>
                      </a:xfrm>
                      <a:prstGeom prst="rect">
                        <a:avLst/>
                      </a:prstGeom>
                      <a:noFill/>
                      <a:ln w="38100">
                        <a:miter/>
                      </a:ln>
                    </p:spPr>
                  </p:pic>
                </p:oleObj>
              </mc:Fallback>
            </mc:AlternateContent>
          </a:graphicData>
        </a:graphic>
      </p:graphicFrame>
      <p:sp>
        <p:nvSpPr>
          <p:cNvPr id="9220" name="Text Box 5"/>
          <p:cNvSpPr txBox="1"/>
          <p:nvPr/>
        </p:nvSpPr>
        <p:spPr>
          <a:xfrm>
            <a:off x="609600" y="1143000"/>
            <a:ext cx="1219200" cy="376238"/>
          </a:xfrm>
          <a:prstGeom prst="rect">
            <a:avLst/>
          </a:prstGeom>
          <a:solidFill>
            <a:schemeClr val="folHlink"/>
          </a:solidFill>
          <a:ln w="9525" cap="flat" cmpd="sng">
            <a:solidFill>
              <a:schemeClr val="tx1"/>
            </a:solidFill>
            <a:prstDash val="solid"/>
            <a:miter/>
            <a:headEnd type="none" w="med" len="med"/>
            <a:tailEnd type="none" w="med" len="med"/>
          </a:ln>
        </p:spPr>
        <p:txBody>
          <a:bodyPr>
            <a:spAutoFit/>
          </a:bodyPr>
          <a:lstStyle/>
          <a:p>
            <a:pPr eaLnBrk="1" hangingPunct="1">
              <a:spcBef>
                <a:spcPct val="50000"/>
              </a:spcBef>
            </a:pPr>
            <a:r>
              <a:rPr lang="en-US" altLang="en-US" sz="1800">
                <a:latin typeface="Arial" panose="020B0604020202020204" pitchFamily="34" charset="0"/>
                <a:cs typeface="Arial" panose="020B0604020202020204" pitchFamily="34" charset="0"/>
              </a:rPr>
              <a:t>Example</a:t>
            </a:r>
            <a:endParaRPr lang="en-US" altLang="en-US" sz="1800">
              <a:latin typeface="Arial" panose="020B0604020202020204" pitchFamily="34" charset="0"/>
              <a:ea typeface="Arial" panose="020B0604020202020204" pitchFamily="34" charset="0"/>
            </a:endParaRPr>
          </a:p>
        </p:txBody>
      </p:sp>
      <p:graphicFrame>
        <p:nvGraphicFramePr>
          <p:cNvPr id="47111" name="Object 7"/>
          <p:cNvGraphicFramePr>
            <a:graphicFrameLocks noChangeAspect="1"/>
          </p:cNvGraphicFramePr>
          <p:nvPr/>
        </p:nvGraphicFramePr>
        <p:xfrm>
          <a:off x="609600" y="1828800"/>
          <a:ext cx="7005638" cy="1054100"/>
        </p:xfrm>
        <a:graphic>
          <a:graphicData uri="http://schemas.openxmlformats.org/presentationml/2006/ole">
            <mc:AlternateContent xmlns:mc="http://schemas.openxmlformats.org/markup-compatibility/2006">
              <mc:Choice xmlns:v="urn:schemas-microsoft-com:vml" Requires="v">
                <p:oleObj r:id="rId5" imgW="75923775" imgH="11410950" progId="Equation.DSMT4">
                  <p:embed/>
                </p:oleObj>
              </mc:Choice>
              <mc:Fallback>
                <p:oleObj r:id="rId5" imgW="75923775" imgH="11410950" progId="Equation.DSMT4">
                  <p:embed/>
                  <p:pic>
                    <p:nvPicPr>
                      <p:cNvPr id="0" name="Picture 3096"/>
                      <p:cNvPicPr/>
                      <p:nvPr/>
                    </p:nvPicPr>
                    <p:blipFill>
                      <a:blip r:embed="rId6"/>
                      <a:stretch>
                        <a:fillRect/>
                      </a:stretch>
                    </p:blipFill>
                    <p:spPr>
                      <a:xfrm>
                        <a:off x="609600" y="1828800"/>
                        <a:ext cx="7005638" cy="1054100"/>
                      </a:xfrm>
                      <a:prstGeom prst="rect">
                        <a:avLst/>
                      </a:prstGeom>
                      <a:noFill/>
                      <a:ln w="38100">
                        <a:noFill/>
                        <a:miter/>
                      </a:ln>
                    </p:spPr>
                  </p:pic>
                </p:oleObj>
              </mc:Fallback>
            </mc:AlternateContent>
          </a:graphicData>
        </a:graphic>
      </p:graphicFrame>
      <p:sp>
        <p:nvSpPr>
          <p:cNvPr id="47112" name="Text Box 8"/>
          <p:cNvSpPr txBox="1"/>
          <p:nvPr/>
        </p:nvSpPr>
        <p:spPr>
          <a:xfrm>
            <a:off x="609600" y="3128963"/>
            <a:ext cx="1219200" cy="376237"/>
          </a:xfrm>
          <a:prstGeom prst="rect">
            <a:avLst/>
          </a:prstGeom>
          <a:solidFill>
            <a:schemeClr val="folHlink"/>
          </a:solidFill>
          <a:ln w="9525" cap="flat" cmpd="sng">
            <a:solidFill>
              <a:schemeClr val="tx1"/>
            </a:solidFill>
            <a:prstDash val="solid"/>
            <a:miter/>
            <a:headEnd type="none" w="med" len="med"/>
            <a:tailEnd type="none" w="med" len="med"/>
          </a:ln>
        </p:spPr>
        <p:txBody>
          <a:bodyPr>
            <a:spAutoFit/>
          </a:bodyPr>
          <a:lstStyle/>
          <a:p>
            <a:pPr eaLnBrk="1" hangingPunct="1">
              <a:spcBef>
                <a:spcPct val="50000"/>
              </a:spcBef>
            </a:pPr>
            <a:r>
              <a:rPr lang="en-US" altLang="en-US" sz="1800">
                <a:latin typeface="Arial" panose="020B0604020202020204" pitchFamily="34" charset="0"/>
                <a:cs typeface="Arial" panose="020B0604020202020204" pitchFamily="34" charset="0"/>
              </a:rPr>
              <a:t>Solution</a:t>
            </a:r>
            <a:endParaRPr lang="en-US" altLang="en-US" sz="1800">
              <a:latin typeface="Arial" panose="020B0604020202020204" pitchFamily="34" charset="0"/>
              <a:ea typeface="Arial" panose="020B0604020202020204" pitchFamily="34" charset="0"/>
            </a:endParaRPr>
          </a:p>
        </p:txBody>
      </p:sp>
      <p:graphicFrame>
        <p:nvGraphicFramePr>
          <p:cNvPr id="47113" name="Object 9"/>
          <p:cNvGraphicFramePr>
            <a:graphicFrameLocks noChangeAspect="1"/>
          </p:cNvGraphicFramePr>
          <p:nvPr/>
        </p:nvGraphicFramePr>
        <p:xfrm>
          <a:off x="2133600" y="3124200"/>
          <a:ext cx="4211638" cy="1093788"/>
        </p:xfrm>
        <a:graphic>
          <a:graphicData uri="http://schemas.openxmlformats.org/presentationml/2006/ole">
            <mc:AlternateContent xmlns:mc="http://schemas.openxmlformats.org/markup-compatibility/2006">
              <mc:Choice xmlns:v="urn:schemas-microsoft-com:vml" Requires="v">
                <p:oleObj r:id="rId7" imgW="45643800" imgH="11849100" progId="Equation.DSMT4">
                  <p:embed/>
                </p:oleObj>
              </mc:Choice>
              <mc:Fallback>
                <p:oleObj r:id="rId7" imgW="45643800" imgH="11849100" progId="Equation.DSMT4">
                  <p:embed/>
                  <p:pic>
                    <p:nvPicPr>
                      <p:cNvPr id="0" name="Picture 3093"/>
                      <p:cNvPicPr/>
                      <p:nvPr/>
                    </p:nvPicPr>
                    <p:blipFill>
                      <a:blip r:embed="rId8"/>
                      <a:stretch>
                        <a:fillRect/>
                      </a:stretch>
                    </p:blipFill>
                    <p:spPr>
                      <a:xfrm>
                        <a:off x="2133600" y="3124200"/>
                        <a:ext cx="4211638" cy="1093788"/>
                      </a:xfrm>
                      <a:prstGeom prst="rect">
                        <a:avLst/>
                      </a:prstGeom>
                      <a:noFill/>
                      <a:ln w="38100">
                        <a:noFill/>
                        <a:miter/>
                      </a:ln>
                    </p:spPr>
                  </p:pic>
                </p:oleObj>
              </mc:Fallback>
            </mc:AlternateContent>
          </a:graphicData>
        </a:graphic>
      </p:graphicFrame>
      <p:graphicFrame>
        <p:nvGraphicFramePr>
          <p:cNvPr id="47114" name="Object 10"/>
          <p:cNvGraphicFramePr>
            <a:graphicFrameLocks noChangeAspect="1"/>
          </p:cNvGraphicFramePr>
          <p:nvPr/>
        </p:nvGraphicFramePr>
        <p:xfrm>
          <a:off x="3124200" y="5345113"/>
          <a:ext cx="5181600" cy="674687"/>
        </p:xfrm>
        <a:graphic>
          <a:graphicData uri="http://schemas.openxmlformats.org/presentationml/2006/ole">
            <mc:AlternateContent xmlns:mc="http://schemas.openxmlformats.org/markup-compatibility/2006">
              <mc:Choice xmlns:v="urn:schemas-microsoft-com:vml" Requires="v">
                <p:oleObj r:id="rId9" imgW="57273825" imgH="7458075" progId="Equation.DSMT4">
                  <p:embed/>
                </p:oleObj>
              </mc:Choice>
              <mc:Fallback>
                <p:oleObj r:id="rId9" imgW="57273825" imgH="7458075" progId="Equation.DSMT4">
                  <p:embed/>
                  <p:pic>
                    <p:nvPicPr>
                      <p:cNvPr id="0" name="Picture 3088"/>
                      <p:cNvPicPr/>
                      <p:nvPr/>
                    </p:nvPicPr>
                    <p:blipFill>
                      <a:blip r:embed="rId10"/>
                      <a:stretch>
                        <a:fillRect/>
                      </a:stretch>
                    </p:blipFill>
                    <p:spPr>
                      <a:xfrm>
                        <a:off x="3124200" y="5345113"/>
                        <a:ext cx="5181600" cy="674687"/>
                      </a:xfrm>
                      <a:prstGeom prst="rect">
                        <a:avLst/>
                      </a:prstGeom>
                      <a:noFill/>
                      <a:ln w="38100">
                        <a:noFill/>
                        <a:miter/>
                      </a:ln>
                    </p:spPr>
                  </p:pic>
                </p:oleObj>
              </mc:Fallback>
            </mc:AlternateContent>
          </a:graphicData>
        </a:graphic>
      </p:graphicFrame>
      <p:grpSp>
        <p:nvGrpSpPr>
          <p:cNvPr id="47115" name="Group 11"/>
          <p:cNvGrpSpPr/>
          <p:nvPr/>
        </p:nvGrpSpPr>
        <p:grpSpPr>
          <a:xfrm>
            <a:off x="3429000" y="3657600"/>
            <a:ext cx="5486400" cy="1374775"/>
            <a:chOff x="2112" y="2249"/>
            <a:chExt cx="3456" cy="866"/>
          </a:xfrm>
        </p:grpSpPr>
        <p:sp>
          <p:nvSpPr>
            <p:cNvPr id="9228" name="Text Box 12"/>
            <p:cNvSpPr txBox="1"/>
            <p:nvPr/>
          </p:nvSpPr>
          <p:spPr>
            <a:xfrm>
              <a:off x="3648" y="2249"/>
              <a:ext cx="1920" cy="583"/>
            </a:xfrm>
            <a:prstGeom prst="rect">
              <a:avLst/>
            </a:prstGeom>
            <a:noFill/>
            <a:ln w="9525" cap="flat" cmpd="sng">
              <a:solidFill>
                <a:srgbClr val="FF0000"/>
              </a:solidFill>
              <a:prstDash val="solid"/>
              <a:miter/>
              <a:headEnd type="none" w="med" len="med"/>
              <a:tailEnd type="none" w="med" len="med"/>
            </a:ln>
          </p:spPr>
          <p:txBody>
            <a:bodyPr>
              <a:spAutoFit/>
            </a:bodyPr>
            <a:lstStyle/>
            <a:p>
              <a:pPr eaLnBrk="1" hangingPunct="1">
                <a:spcBef>
                  <a:spcPct val="50000"/>
                </a:spcBef>
              </a:pPr>
              <a:r>
                <a:rPr lang="en-US" altLang="en-US" sz="1800">
                  <a:latin typeface="Arial" panose="020B0604020202020204" pitchFamily="34" charset="0"/>
                </a:rPr>
                <a:t>This rewriting allows us to finish the computation using basic formulae.</a:t>
              </a:r>
            </a:p>
          </p:txBody>
        </p:sp>
        <p:sp>
          <p:nvSpPr>
            <p:cNvPr id="9229" name="Oval 13"/>
            <p:cNvSpPr/>
            <p:nvPr/>
          </p:nvSpPr>
          <p:spPr>
            <a:xfrm>
              <a:off x="2112" y="2925"/>
              <a:ext cx="191" cy="190"/>
            </a:xfrm>
            <a:prstGeom prst="ellipse">
              <a:avLst/>
            </a:prstGeom>
            <a:noFill/>
            <a:ln w="9525" cap="flat" cmpd="sng">
              <a:solidFill>
                <a:srgbClr val="FF0000"/>
              </a:solidFill>
              <a:prstDash val="solid"/>
              <a:headEnd type="none" w="med" len="med"/>
              <a:tailEnd type="none" w="med" len="med"/>
            </a:ln>
          </p:spPr>
          <p:txBody>
            <a:bodyPr wrap="none" anchor="ctr" anchorCtr="0"/>
            <a:lstStyle/>
            <a:p>
              <a:pPr eaLnBrk="1" hangingPunct="1"/>
              <a:endParaRPr>
                <a:latin typeface="Times New Roman" panose="02020603050405020304" pitchFamily="18" charset="0"/>
              </a:endParaRPr>
            </a:p>
          </p:txBody>
        </p:sp>
        <p:sp>
          <p:nvSpPr>
            <p:cNvPr id="9230" name="Line 14"/>
            <p:cNvSpPr/>
            <p:nvPr/>
          </p:nvSpPr>
          <p:spPr>
            <a:xfrm flipH="1">
              <a:off x="2256" y="2496"/>
              <a:ext cx="1392" cy="432"/>
            </a:xfrm>
            <a:prstGeom prst="line">
              <a:avLst/>
            </a:prstGeom>
            <a:ln w="9525" cap="flat" cmpd="sng">
              <a:solidFill>
                <a:srgbClr val="FF0000"/>
              </a:solidFill>
              <a:prstDash val="solid"/>
              <a:headEnd type="none" w="med" len="med"/>
              <a:tailEnd type="triangle" w="med" len="med"/>
            </a:ln>
          </p:spPr>
        </p:sp>
      </p:grpSp>
      <p:sp>
        <p:nvSpPr>
          <p:cNvPr id="47119" name="Text Box 15"/>
          <p:cNvSpPr txBox="1"/>
          <p:nvPr/>
        </p:nvSpPr>
        <p:spPr>
          <a:xfrm>
            <a:off x="457200" y="5257800"/>
            <a:ext cx="2514600" cy="650875"/>
          </a:xfrm>
          <a:prstGeom prst="rect">
            <a:avLst/>
          </a:prstGeom>
          <a:noFill/>
          <a:ln w="9525" cap="flat" cmpd="sng">
            <a:solidFill>
              <a:srgbClr val="FF0000"/>
            </a:solidFill>
            <a:prstDash val="solid"/>
            <a:miter/>
            <a:headEnd type="none" w="med" len="med"/>
            <a:tailEnd type="none" w="med" len="med"/>
          </a:ln>
        </p:spPr>
        <p:txBody>
          <a:bodyPr>
            <a:spAutoFit/>
          </a:bodyPr>
          <a:lstStyle/>
          <a:p>
            <a:pPr eaLnBrk="1" hangingPunct="1">
              <a:spcBef>
                <a:spcPct val="50000"/>
              </a:spcBef>
            </a:pPr>
            <a:r>
              <a:rPr lang="en-US" altLang="en-US" sz="1800">
                <a:latin typeface="Arial" panose="020B0604020202020204" pitchFamily="34" charset="0"/>
              </a:rPr>
              <a:t>Next substitute back to the original variable.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1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71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71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2" grpId="0" animBg="1"/>
      <p:bldP spid="471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p:cNvSpPr>
          <p:nvPr>
            <p:ph type="title"/>
          </p:nvPr>
        </p:nvSpPr>
        <p:spPr>
          <a:xfrm>
            <a:off x="457200" y="0"/>
            <a:ext cx="7772400" cy="1143000"/>
          </a:xfrm>
          <a:ln/>
        </p:spPr>
        <p:txBody>
          <a:bodyPr vert="horz" wrap="square" lIns="91440" tIns="45720" rIns="91440" bIns="45720" anchor="ctr" anchorCtr="0">
            <a:normAutofit fontScale="90000"/>
          </a:bodyPr>
          <a:lstStyle/>
          <a:p>
            <a:pPr eaLnBrk="1" hangingPunct="1"/>
            <a:r>
              <a:rPr lang="en-US" altLang="en-US" sz="4000">
                <a:solidFill>
                  <a:srgbClr val="663300"/>
                </a:solidFill>
                <a:latin typeface="Comic Sans MS" panose="030F0702030302020204" pitchFamily="66" charset="0"/>
              </a:rPr>
              <a:t>The substitution rule for definite integrals</a:t>
            </a:r>
          </a:p>
        </p:txBody>
      </p:sp>
      <p:sp>
        <p:nvSpPr>
          <p:cNvPr id="10242" name="Rectangle 3"/>
          <p:cNvSpPr>
            <a:spLocks noGrp="1"/>
          </p:cNvSpPr>
          <p:nvPr>
            <p:ph idx="1"/>
          </p:nvPr>
        </p:nvSpPr>
        <p:spPr>
          <a:xfrm>
            <a:off x="685800" y="1371600"/>
            <a:ext cx="7772400" cy="4724400"/>
          </a:xfrm>
          <a:ln/>
        </p:spPr>
        <p:txBody>
          <a:bodyPr vert="horz" wrap="square" lIns="91440" tIns="45720" rIns="91440" bIns="45720" anchor="t" anchorCtr="0"/>
          <a:lstStyle/>
          <a:p>
            <a:pPr eaLnBrk="1" hangingPunct="1">
              <a:buNone/>
            </a:pPr>
            <a:r>
              <a:rPr lang="en-US" altLang="en-US"/>
              <a:t>If </a:t>
            </a:r>
            <a:r>
              <a:rPr lang="en-US" altLang="en-US" i="1">
                <a:solidFill>
                  <a:schemeClr val="accent2"/>
                </a:solidFill>
              </a:rPr>
              <a:t>g’</a:t>
            </a:r>
            <a:r>
              <a:rPr lang="en-US" altLang="en-US"/>
              <a:t> is continuous on [</a:t>
            </a:r>
            <a:r>
              <a:rPr lang="en-US" altLang="en-US" i="1"/>
              <a:t>a,b</a:t>
            </a:r>
            <a:r>
              <a:rPr lang="en-US" altLang="en-US"/>
              <a:t>], and </a:t>
            </a:r>
            <a:r>
              <a:rPr lang="en-US" altLang="en-US" i="1">
                <a:solidFill>
                  <a:schemeClr val="accent2"/>
                </a:solidFill>
              </a:rPr>
              <a:t>f</a:t>
            </a:r>
            <a:r>
              <a:rPr lang="en-US" altLang="en-US" i="1"/>
              <a:t> </a:t>
            </a:r>
            <a:r>
              <a:rPr lang="en-US" altLang="en-US"/>
              <a:t>is continuous on the range of </a:t>
            </a:r>
            <a:r>
              <a:rPr lang="en-US" altLang="en-US" i="1">
                <a:solidFill>
                  <a:schemeClr val="accent2"/>
                </a:solidFill>
              </a:rPr>
              <a:t>u=g(x)</a:t>
            </a:r>
            <a:r>
              <a:rPr lang="en-US" altLang="en-US"/>
              <a:t> then</a:t>
            </a:r>
          </a:p>
          <a:p>
            <a:pPr eaLnBrk="1" hangingPunct="1">
              <a:buNone/>
            </a:pPr>
            <a:r>
              <a:rPr lang="en-US" altLang="en-US"/>
              <a:t>		</a:t>
            </a:r>
          </a:p>
          <a:p>
            <a:pPr eaLnBrk="1" hangingPunct="1">
              <a:buNone/>
            </a:pPr>
            <a:r>
              <a:rPr lang="en-US" altLang="en-US"/>
              <a:t>				</a:t>
            </a:r>
          </a:p>
        </p:txBody>
      </p:sp>
      <p:graphicFrame>
        <p:nvGraphicFramePr>
          <p:cNvPr id="10243" name="Object 4"/>
          <p:cNvGraphicFramePr>
            <a:graphicFrameLocks noChangeAspect="1"/>
          </p:cNvGraphicFramePr>
          <p:nvPr/>
        </p:nvGraphicFramePr>
        <p:xfrm>
          <a:off x="1600200" y="2590800"/>
          <a:ext cx="4953000" cy="1287463"/>
        </p:xfrm>
        <a:graphic>
          <a:graphicData uri="http://schemas.openxmlformats.org/presentationml/2006/ole">
            <mc:AlternateContent xmlns:mc="http://schemas.openxmlformats.org/markup-compatibility/2006">
              <mc:Choice xmlns:v="urn:schemas-microsoft-com:vml" Requires="v">
                <p:oleObj r:id="rId3" imgW="32918400" imgH="8553450" progId="Equation.DSMT4">
                  <p:embed/>
                </p:oleObj>
              </mc:Choice>
              <mc:Fallback>
                <p:oleObj r:id="rId3" imgW="32918400" imgH="8553450" progId="Equation.DSMT4">
                  <p:embed/>
                  <p:pic>
                    <p:nvPicPr>
                      <p:cNvPr id="0" name="Picture 3091"/>
                      <p:cNvPicPr/>
                      <p:nvPr/>
                    </p:nvPicPr>
                    <p:blipFill>
                      <a:blip r:embed="rId4"/>
                      <a:stretch>
                        <a:fillRect/>
                      </a:stretch>
                    </p:blipFill>
                    <p:spPr>
                      <a:xfrm>
                        <a:off x="1600200" y="2590800"/>
                        <a:ext cx="4953000" cy="1287463"/>
                      </a:xfrm>
                      <a:prstGeom prst="rect">
                        <a:avLst/>
                      </a:prstGeom>
                      <a:noFill/>
                      <a:ln w="38100">
                        <a:noFill/>
                        <a:miter/>
                      </a:ln>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p:cNvSpPr>
          <p:nvPr>
            <p:ph type="title"/>
          </p:nvPr>
        </p:nvSpPr>
        <p:spPr>
          <a:xfrm>
            <a:off x="457200" y="0"/>
            <a:ext cx="7772400" cy="1143000"/>
          </a:xfrm>
          <a:ln/>
        </p:spPr>
        <p:txBody>
          <a:bodyPr vert="horz" wrap="square" lIns="91440" tIns="45720" rIns="91440" bIns="45720" anchor="ctr" anchorCtr="0">
            <a:normAutofit fontScale="90000"/>
          </a:bodyPr>
          <a:lstStyle/>
          <a:p>
            <a:pPr eaLnBrk="1" hangingPunct="1"/>
            <a:r>
              <a:rPr lang="en-US" altLang="en-US" sz="4000">
                <a:solidFill>
                  <a:srgbClr val="663300"/>
                </a:solidFill>
                <a:latin typeface="Comic Sans MS" panose="030F0702030302020204" pitchFamily="66" charset="0"/>
              </a:rPr>
              <a:t>The substitution rule for definite integrals</a:t>
            </a:r>
          </a:p>
        </p:txBody>
      </p:sp>
      <p:graphicFrame>
        <p:nvGraphicFramePr>
          <p:cNvPr id="51206" name="Object 6"/>
          <p:cNvGraphicFramePr>
            <a:graphicFrameLocks noGrp="1" noChangeAspect="1"/>
          </p:cNvGraphicFramePr>
          <p:nvPr>
            <p:ph idx="1"/>
          </p:nvPr>
        </p:nvGraphicFramePr>
        <p:xfrm>
          <a:off x="615950" y="2362200"/>
          <a:ext cx="4440238" cy="1000125"/>
        </p:xfrm>
        <a:graphic>
          <a:graphicData uri="http://schemas.openxmlformats.org/presentationml/2006/ole">
            <mc:AlternateContent xmlns:mc="http://schemas.openxmlformats.org/markup-compatibility/2006">
              <mc:Choice xmlns:v="urn:schemas-microsoft-com:vml" Requires="v">
                <p:oleObj r:id="rId2" imgW="48710850" imgH="10972800" progId="Equation.DSMT4">
                  <p:embed/>
                </p:oleObj>
              </mc:Choice>
              <mc:Fallback>
                <p:oleObj r:id="rId2" imgW="48710850" imgH="10972800" progId="Equation.DSMT4">
                  <p:embed/>
                  <p:pic>
                    <p:nvPicPr>
                      <p:cNvPr id="0" name="Picture 3098"/>
                      <p:cNvPicPr/>
                      <p:nvPr/>
                    </p:nvPicPr>
                    <p:blipFill>
                      <a:blip r:embed="rId3"/>
                      <a:srcRect/>
                      <a:stretch>
                        <a:fillRect/>
                      </a:stretch>
                    </p:blipFill>
                    <p:spPr>
                      <a:xfrm>
                        <a:off x="615950" y="2362200"/>
                        <a:ext cx="4440238" cy="1000125"/>
                      </a:xfrm>
                      <a:prstGeom prst="rect">
                        <a:avLst/>
                      </a:prstGeom>
                      <a:noFill/>
                      <a:ln w="38100">
                        <a:miter/>
                      </a:ln>
                    </p:spPr>
                  </p:pic>
                </p:oleObj>
              </mc:Fallback>
            </mc:AlternateContent>
          </a:graphicData>
        </a:graphic>
      </p:graphicFrame>
      <p:sp>
        <p:nvSpPr>
          <p:cNvPr id="12290" name="Text Box 3"/>
          <p:cNvSpPr txBox="1"/>
          <p:nvPr/>
        </p:nvSpPr>
        <p:spPr>
          <a:xfrm>
            <a:off x="609600" y="1520825"/>
            <a:ext cx="1219200" cy="376238"/>
          </a:xfrm>
          <a:prstGeom prst="rect">
            <a:avLst/>
          </a:prstGeom>
          <a:solidFill>
            <a:schemeClr val="folHlink"/>
          </a:solidFill>
          <a:ln w="9525" cap="flat" cmpd="sng">
            <a:solidFill>
              <a:schemeClr val="tx1"/>
            </a:solidFill>
            <a:prstDash val="solid"/>
            <a:miter/>
            <a:headEnd type="none" w="med" len="med"/>
            <a:tailEnd type="none" w="med" len="med"/>
          </a:ln>
        </p:spPr>
        <p:txBody>
          <a:bodyPr>
            <a:spAutoFit/>
          </a:bodyPr>
          <a:lstStyle/>
          <a:p>
            <a:pPr eaLnBrk="1" hangingPunct="1">
              <a:spcBef>
                <a:spcPct val="50000"/>
              </a:spcBef>
            </a:pPr>
            <a:r>
              <a:rPr lang="en-US" altLang="en-US" sz="1800">
                <a:latin typeface="Arial" panose="020B0604020202020204" pitchFamily="34" charset="0"/>
                <a:cs typeface="Arial" panose="020B0604020202020204" pitchFamily="34" charset="0"/>
              </a:rPr>
              <a:t>Example</a:t>
            </a:r>
            <a:endParaRPr lang="en-US" altLang="en-US" sz="1800">
              <a:latin typeface="Arial" panose="020B0604020202020204" pitchFamily="34" charset="0"/>
              <a:ea typeface="Arial" panose="020B0604020202020204" pitchFamily="34" charset="0"/>
            </a:endParaRPr>
          </a:p>
        </p:txBody>
      </p:sp>
      <p:graphicFrame>
        <p:nvGraphicFramePr>
          <p:cNvPr id="12291" name="Object 4"/>
          <p:cNvGraphicFramePr>
            <a:graphicFrameLocks noChangeAspect="1"/>
          </p:cNvGraphicFramePr>
          <p:nvPr/>
        </p:nvGraphicFramePr>
        <p:xfrm>
          <a:off x="2333625" y="1308100"/>
          <a:ext cx="2466975" cy="885825"/>
        </p:xfrm>
        <a:graphic>
          <a:graphicData uri="http://schemas.openxmlformats.org/presentationml/2006/ole">
            <mc:AlternateContent xmlns:mc="http://schemas.openxmlformats.org/markup-compatibility/2006">
              <mc:Choice xmlns:v="urn:schemas-microsoft-com:vml" Requires="v">
                <p:oleObj r:id="rId4" imgW="22602825" imgH="8115300" progId="Equation.DSMT4">
                  <p:embed/>
                </p:oleObj>
              </mc:Choice>
              <mc:Fallback>
                <p:oleObj r:id="rId4" imgW="22602825" imgH="8115300" progId="Equation.DSMT4">
                  <p:embed/>
                  <p:pic>
                    <p:nvPicPr>
                      <p:cNvPr id="0" name="Picture 3089"/>
                      <p:cNvPicPr/>
                      <p:nvPr/>
                    </p:nvPicPr>
                    <p:blipFill>
                      <a:blip r:embed="rId5"/>
                      <a:stretch>
                        <a:fillRect/>
                      </a:stretch>
                    </p:blipFill>
                    <p:spPr>
                      <a:xfrm>
                        <a:off x="2333625" y="1308100"/>
                        <a:ext cx="2466975" cy="885825"/>
                      </a:xfrm>
                      <a:prstGeom prst="rect">
                        <a:avLst/>
                      </a:prstGeom>
                      <a:noFill/>
                      <a:ln w="38100">
                        <a:noFill/>
                        <a:miter/>
                      </a:ln>
                    </p:spPr>
                  </p:pic>
                </p:oleObj>
              </mc:Fallback>
            </mc:AlternateContent>
          </a:graphicData>
        </a:graphic>
      </p:graphicFrame>
      <p:graphicFrame>
        <p:nvGraphicFramePr>
          <p:cNvPr id="51205" name="Object 5"/>
          <p:cNvGraphicFramePr>
            <a:graphicFrameLocks noChangeAspect="1"/>
          </p:cNvGraphicFramePr>
          <p:nvPr/>
        </p:nvGraphicFramePr>
        <p:xfrm>
          <a:off x="685800" y="3733800"/>
          <a:ext cx="4114800" cy="917575"/>
        </p:xfrm>
        <a:graphic>
          <a:graphicData uri="http://schemas.openxmlformats.org/presentationml/2006/ole">
            <mc:AlternateContent xmlns:mc="http://schemas.openxmlformats.org/markup-compatibility/2006">
              <mc:Choice xmlns:v="urn:schemas-microsoft-com:vml" Requires="v">
                <p:oleObj r:id="rId6" imgW="39281100" imgH="8772525" progId="Equation.DSMT4">
                  <p:embed/>
                </p:oleObj>
              </mc:Choice>
              <mc:Fallback>
                <p:oleObj r:id="rId6" imgW="39281100" imgH="8772525" progId="Equation.DSMT4">
                  <p:embed/>
                  <p:pic>
                    <p:nvPicPr>
                      <p:cNvPr id="0" name="Picture 3090"/>
                      <p:cNvPicPr/>
                      <p:nvPr/>
                    </p:nvPicPr>
                    <p:blipFill>
                      <a:blip r:embed="rId7"/>
                      <a:stretch>
                        <a:fillRect/>
                      </a:stretch>
                    </p:blipFill>
                    <p:spPr>
                      <a:xfrm>
                        <a:off x="685800" y="3733800"/>
                        <a:ext cx="4114800" cy="917575"/>
                      </a:xfrm>
                      <a:prstGeom prst="rect">
                        <a:avLst/>
                      </a:prstGeom>
                      <a:noFill/>
                      <a:ln w="38100">
                        <a:noFill/>
                        <a:miter/>
                      </a:ln>
                    </p:spPr>
                  </p:pic>
                </p:oleObj>
              </mc:Fallback>
            </mc:AlternateContent>
          </a:graphicData>
        </a:graphic>
      </p:graphicFrame>
      <p:grpSp>
        <p:nvGrpSpPr>
          <p:cNvPr id="51207" name="Group 7"/>
          <p:cNvGrpSpPr/>
          <p:nvPr/>
        </p:nvGrpSpPr>
        <p:grpSpPr>
          <a:xfrm>
            <a:off x="5105400" y="2514600"/>
            <a:ext cx="3143250" cy="2605088"/>
            <a:chOff x="3216" y="1584"/>
            <a:chExt cx="1980" cy="1641"/>
          </a:xfrm>
        </p:grpSpPr>
        <p:pic>
          <p:nvPicPr>
            <p:cNvPr id="12296" name="Picture 8"/>
            <p:cNvPicPr>
              <a:picLocks noChangeAspect="1"/>
            </p:cNvPicPr>
            <p:nvPr/>
          </p:nvPicPr>
          <p:blipFill>
            <a:blip r:embed="rId8"/>
            <a:stretch>
              <a:fillRect/>
            </a:stretch>
          </p:blipFill>
          <p:spPr>
            <a:xfrm>
              <a:off x="3216" y="1974"/>
              <a:ext cx="1980" cy="1251"/>
            </a:xfrm>
            <a:prstGeom prst="rect">
              <a:avLst/>
            </a:prstGeom>
            <a:noFill/>
            <a:ln w="9525">
              <a:noFill/>
            </a:ln>
          </p:spPr>
        </p:pic>
        <p:graphicFrame>
          <p:nvGraphicFramePr>
            <p:cNvPr id="12297" name="Object 9"/>
            <p:cNvGraphicFramePr>
              <a:graphicFrameLocks noChangeAspect="1"/>
            </p:cNvGraphicFramePr>
            <p:nvPr/>
          </p:nvGraphicFramePr>
          <p:xfrm>
            <a:off x="4885" y="1584"/>
            <a:ext cx="311" cy="420"/>
          </p:xfrm>
          <a:graphic>
            <a:graphicData uri="http://schemas.openxmlformats.org/presentationml/2006/ole">
              <mc:AlternateContent xmlns:mc="http://schemas.openxmlformats.org/markup-compatibility/2006">
                <mc:Choice xmlns:v="urn:schemas-microsoft-com:vml" Requires="v">
                  <p:oleObj r:id="rId9" imgW="5048250" imgH="6800850" progId="Equation.DSMT4">
                    <p:embed/>
                  </p:oleObj>
                </mc:Choice>
                <mc:Fallback>
                  <p:oleObj r:id="rId9" imgW="5048250" imgH="6800850" progId="Equation.DSMT4">
                    <p:embed/>
                    <p:pic>
                      <p:nvPicPr>
                        <p:cNvPr id="0" name="Picture 3105"/>
                        <p:cNvPicPr/>
                        <p:nvPr/>
                      </p:nvPicPr>
                      <p:blipFill>
                        <a:blip r:embed="rId10"/>
                        <a:stretch>
                          <a:fillRect/>
                        </a:stretch>
                      </p:blipFill>
                      <p:spPr>
                        <a:xfrm>
                          <a:off x="4885" y="1584"/>
                          <a:ext cx="311" cy="420"/>
                        </a:xfrm>
                        <a:prstGeom prst="rect">
                          <a:avLst/>
                        </a:prstGeom>
                        <a:noFill/>
                        <a:ln w="38100">
                          <a:noFill/>
                          <a:miter/>
                        </a:ln>
                      </p:spPr>
                    </p:pic>
                  </p:oleObj>
                </mc:Fallback>
              </mc:AlternateContent>
            </a:graphicData>
          </a:graphic>
        </p:graphicFrame>
        <p:sp>
          <p:nvSpPr>
            <p:cNvPr id="12298" name="Text Box 10"/>
            <p:cNvSpPr txBox="1"/>
            <p:nvPr/>
          </p:nvSpPr>
          <p:spPr>
            <a:xfrm>
              <a:off x="3792" y="2784"/>
              <a:ext cx="192" cy="231"/>
            </a:xfrm>
            <a:prstGeom prst="rect">
              <a:avLst/>
            </a:prstGeom>
            <a:noFill/>
            <a:ln w="9525">
              <a:noFill/>
            </a:ln>
          </p:spPr>
          <p:txBody>
            <a:bodyPr>
              <a:spAutoFit/>
            </a:bodyPr>
            <a:lstStyle/>
            <a:p>
              <a:pPr eaLnBrk="1" hangingPunct="1">
                <a:spcBef>
                  <a:spcPct val="50000"/>
                </a:spcBef>
              </a:pPr>
              <a:r>
                <a:rPr lang="en-US" altLang="en-US" sz="1800">
                  <a:latin typeface="Arial" panose="020B0604020202020204" pitchFamily="34" charset="0"/>
                </a:rPr>
                <a:t>1</a:t>
              </a:r>
            </a:p>
          </p:txBody>
        </p:sp>
        <p:sp>
          <p:nvSpPr>
            <p:cNvPr id="12299" name="Text Box 11"/>
            <p:cNvSpPr txBox="1"/>
            <p:nvPr/>
          </p:nvSpPr>
          <p:spPr>
            <a:xfrm>
              <a:off x="4896" y="2784"/>
              <a:ext cx="192" cy="231"/>
            </a:xfrm>
            <a:prstGeom prst="rect">
              <a:avLst/>
            </a:prstGeom>
            <a:noFill/>
            <a:ln w="9525">
              <a:noFill/>
            </a:ln>
          </p:spPr>
          <p:txBody>
            <a:bodyPr>
              <a:spAutoFit/>
            </a:bodyPr>
            <a:lstStyle/>
            <a:p>
              <a:pPr eaLnBrk="1" hangingPunct="1">
                <a:spcBef>
                  <a:spcPct val="50000"/>
                </a:spcBef>
              </a:pPr>
              <a:r>
                <a:rPr lang="en-US" altLang="en-US" sz="1800">
                  <a:latin typeface="Arial" panose="020B0604020202020204" pitchFamily="34" charset="0"/>
                </a:rPr>
                <a:t>e</a:t>
              </a:r>
            </a:p>
          </p:txBody>
        </p:sp>
      </p:grpSp>
      <p:sp>
        <p:nvSpPr>
          <p:cNvPr id="51212" name="Text Box 12"/>
          <p:cNvSpPr txBox="1"/>
          <p:nvPr/>
        </p:nvSpPr>
        <p:spPr>
          <a:xfrm>
            <a:off x="4724400" y="5257800"/>
            <a:ext cx="3886200" cy="376238"/>
          </a:xfrm>
          <a:prstGeom prst="rect">
            <a:avLst/>
          </a:prstGeom>
          <a:noFill/>
          <a:ln w="9525" cap="flat" cmpd="sng">
            <a:solidFill>
              <a:schemeClr val="tx1"/>
            </a:solidFill>
            <a:prstDash val="solid"/>
            <a:miter/>
            <a:headEnd type="none" w="med" len="med"/>
            <a:tailEnd type="none" w="med" len="med"/>
          </a:ln>
        </p:spPr>
        <p:txBody>
          <a:bodyPr>
            <a:spAutoFit/>
          </a:bodyPr>
          <a:lstStyle/>
          <a:p>
            <a:pPr eaLnBrk="1" hangingPunct="1">
              <a:spcBef>
                <a:spcPct val="50000"/>
              </a:spcBef>
            </a:pPr>
            <a:r>
              <a:rPr lang="en-US" altLang="en-US" sz="1800">
                <a:latin typeface="Arial" panose="020B0604020202020204" pitchFamily="34" charset="0"/>
              </a:rPr>
              <a:t>The area of the yellow domain is  ½.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12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0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2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3" name="Object 3"/>
          <p:cNvGraphicFramePr>
            <a:graphicFrameLocks noChangeAspect="1"/>
          </p:cNvGraphicFramePr>
          <p:nvPr/>
        </p:nvGraphicFramePr>
        <p:xfrm>
          <a:off x="385763" y="725488"/>
          <a:ext cx="2887662" cy="971550"/>
        </p:xfrm>
        <a:graphic>
          <a:graphicData uri="http://schemas.openxmlformats.org/presentationml/2006/ole">
            <mc:AlternateContent xmlns:mc="http://schemas.openxmlformats.org/markup-compatibility/2006">
              <mc:Choice xmlns:v="urn:schemas-microsoft-com:vml" Requires="v">
                <p:oleObj r:id="rId2" imgW="19526250" imgH="6581775" progId="Equation.DSMT4">
                  <p:embed/>
                </p:oleObj>
              </mc:Choice>
              <mc:Fallback>
                <p:oleObj r:id="rId2" imgW="19526250" imgH="6581775" progId="Equation.DSMT4">
                  <p:embed/>
                  <p:pic>
                    <p:nvPicPr>
                      <p:cNvPr id="0" name="Picture 3107"/>
                      <p:cNvPicPr/>
                      <p:nvPr/>
                    </p:nvPicPr>
                    <p:blipFill>
                      <a:blip r:embed="rId3"/>
                      <a:stretch>
                        <a:fillRect/>
                      </a:stretch>
                    </p:blipFill>
                    <p:spPr>
                      <a:xfrm>
                        <a:off x="385763" y="725488"/>
                        <a:ext cx="2887662" cy="971550"/>
                      </a:xfrm>
                      <a:prstGeom prst="rect">
                        <a:avLst/>
                      </a:prstGeom>
                      <a:noFill/>
                      <a:ln w="38100">
                        <a:noFill/>
                        <a:miter/>
                      </a:ln>
                    </p:spPr>
                  </p:pic>
                </p:oleObj>
              </mc:Fallback>
            </mc:AlternateContent>
          </a:graphicData>
        </a:graphic>
      </p:graphicFrame>
      <p:graphicFrame>
        <p:nvGraphicFramePr>
          <p:cNvPr id="52231" name="Object 7"/>
          <p:cNvGraphicFramePr>
            <a:graphicFrameLocks noChangeAspect="1"/>
          </p:cNvGraphicFramePr>
          <p:nvPr/>
        </p:nvGraphicFramePr>
        <p:xfrm>
          <a:off x="4038600" y="1600200"/>
          <a:ext cx="2079625" cy="452438"/>
        </p:xfrm>
        <a:graphic>
          <a:graphicData uri="http://schemas.openxmlformats.org/presentationml/2006/ole">
            <mc:AlternateContent xmlns:mc="http://schemas.openxmlformats.org/markup-compatibility/2006">
              <mc:Choice xmlns:v="urn:schemas-microsoft-com:vml" Requires="v">
                <p:oleObj r:id="rId4" imgW="14039850" imgH="3076575" progId="Equation.DSMT4">
                  <p:embed/>
                </p:oleObj>
              </mc:Choice>
              <mc:Fallback>
                <p:oleObj r:id="rId4" imgW="14039850" imgH="3076575" progId="Equation.DSMT4">
                  <p:embed/>
                  <p:pic>
                    <p:nvPicPr>
                      <p:cNvPr id="0" name="Picture 3102"/>
                      <p:cNvPicPr/>
                      <p:nvPr/>
                    </p:nvPicPr>
                    <p:blipFill>
                      <a:blip r:embed="rId5"/>
                      <a:stretch>
                        <a:fillRect/>
                      </a:stretch>
                    </p:blipFill>
                    <p:spPr>
                      <a:xfrm>
                        <a:off x="4038600" y="1600200"/>
                        <a:ext cx="2079625" cy="452438"/>
                      </a:xfrm>
                      <a:prstGeom prst="rect">
                        <a:avLst/>
                      </a:prstGeom>
                      <a:noFill/>
                      <a:ln w="38100">
                        <a:noFill/>
                        <a:miter/>
                      </a:ln>
                    </p:spPr>
                  </p:pic>
                </p:oleObj>
              </mc:Fallback>
            </mc:AlternateContent>
          </a:graphicData>
        </a:graphic>
      </p:graphicFrame>
      <p:graphicFrame>
        <p:nvGraphicFramePr>
          <p:cNvPr id="52232" name="Object 8"/>
          <p:cNvGraphicFramePr>
            <a:graphicFrameLocks noChangeAspect="1"/>
          </p:cNvGraphicFramePr>
          <p:nvPr/>
        </p:nvGraphicFramePr>
        <p:xfrm>
          <a:off x="3886200" y="2209800"/>
          <a:ext cx="2305050" cy="517525"/>
        </p:xfrm>
        <a:graphic>
          <a:graphicData uri="http://schemas.openxmlformats.org/presentationml/2006/ole">
            <mc:AlternateContent xmlns:mc="http://schemas.openxmlformats.org/markup-compatibility/2006">
              <mc:Choice xmlns:v="urn:schemas-microsoft-com:vml" Requires="v">
                <p:oleObj r:id="rId6" imgW="15582900" imgH="3514725" progId="Equation.DSMT4">
                  <p:embed/>
                </p:oleObj>
              </mc:Choice>
              <mc:Fallback>
                <p:oleObj r:id="rId6" imgW="15582900" imgH="3514725" progId="Equation.DSMT4">
                  <p:embed/>
                  <p:pic>
                    <p:nvPicPr>
                      <p:cNvPr id="0" name="Picture 3108"/>
                      <p:cNvPicPr/>
                      <p:nvPr/>
                    </p:nvPicPr>
                    <p:blipFill>
                      <a:blip r:embed="rId7"/>
                      <a:stretch>
                        <a:fillRect/>
                      </a:stretch>
                    </p:blipFill>
                    <p:spPr>
                      <a:xfrm>
                        <a:off x="3886200" y="2209800"/>
                        <a:ext cx="2305050" cy="517525"/>
                      </a:xfrm>
                      <a:prstGeom prst="rect">
                        <a:avLst/>
                      </a:prstGeom>
                      <a:noFill/>
                      <a:ln w="38100">
                        <a:noFill/>
                        <a:miter/>
                      </a:ln>
                    </p:spPr>
                  </p:pic>
                </p:oleObj>
              </mc:Fallback>
            </mc:AlternateContent>
          </a:graphicData>
        </a:graphic>
      </p:graphicFrame>
      <p:graphicFrame>
        <p:nvGraphicFramePr>
          <p:cNvPr id="52233" name="Object 9"/>
          <p:cNvGraphicFramePr>
            <a:graphicFrameLocks noChangeAspect="1"/>
          </p:cNvGraphicFramePr>
          <p:nvPr/>
        </p:nvGraphicFramePr>
        <p:xfrm>
          <a:off x="3757613" y="2982913"/>
          <a:ext cx="2563812" cy="647700"/>
        </p:xfrm>
        <a:graphic>
          <a:graphicData uri="http://schemas.openxmlformats.org/presentationml/2006/ole">
            <mc:AlternateContent xmlns:mc="http://schemas.openxmlformats.org/markup-compatibility/2006">
              <mc:Choice xmlns:v="urn:schemas-microsoft-com:vml" Requires="v">
                <p:oleObj r:id="rId8" imgW="17335500" imgH="4391025" progId="Equation.DSMT4">
                  <p:embed/>
                </p:oleObj>
              </mc:Choice>
              <mc:Fallback>
                <p:oleObj r:id="rId8" imgW="17335500" imgH="4391025" progId="Equation.DSMT4">
                  <p:embed/>
                  <p:pic>
                    <p:nvPicPr>
                      <p:cNvPr id="0" name="Picture 3103"/>
                      <p:cNvPicPr/>
                      <p:nvPr/>
                    </p:nvPicPr>
                    <p:blipFill>
                      <a:blip r:embed="rId9"/>
                      <a:stretch>
                        <a:fillRect/>
                      </a:stretch>
                    </p:blipFill>
                    <p:spPr>
                      <a:xfrm>
                        <a:off x="3757613" y="2982913"/>
                        <a:ext cx="2563812" cy="647700"/>
                      </a:xfrm>
                      <a:prstGeom prst="rect">
                        <a:avLst/>
                      </a:prstGeom>
                      <a:noFill/>
                      <a:ln w="38100">
                        <a:noFill/>
                        <a:miter/>
                      </a:ln>
                    </p:spPr>
                  </p:pic>
                </p:oleObj>
              </mc:Fallback>
            </mc:AlternateContent>
          </a:graphicData>
        </a:graphic>
      </p:graphicFrame>
      <p:graphicFrame>
        <p:nvGraphicFramePr>
          <p:cNvPr id="52234" name="Object 10"/>
          <p:cNvGraphicFramePr>
            <a:graphicFrameLocks noChangeAspect="1"/>
          </p:cNvGraphicFramePr>
          <p:nvPr/>
        </p:nvGraphicFramePr>
        <p:xfrm>
          <a:off x="3679825" y="3660775"/>
          <a:ext cx="2824163" cy="1100138"/>
        </p:xfrm>
        <a:graphic>
          <a:graphicData uri="http://schemas.openxmlformats.org/presentationml/2006/ole">
            <mc:AlternateContent xmlns:mc="http://schemas.openxmlformats.org/markup-compatibility/2006">
              <mc:Choice xmlns:v="urn:schemas-microsoft-com:vml" Requires="v">
                <p:oleObj r:id="rId10" imgW="19088100" imgH="7458075" progId="Equation.DSMT4">
                  <p:embed/>
                </p:oleObj>
              </mc:Choice>
              <mc:Fallback>
                <p:oleObj r:id="rId10" imgW="19088100" imgH="7458075" progId="Equation.DSMT4">
                  <p:embed/>
                  <p:pic>
                    <p:nvPicPr>
                      <p:cNvPr id="0" name="Picture 3104"/>
                      <p:cNvPicPr/>
                      <p:nvPr/>
                    </p:nvPicPr>
                    <p:blipFill>
                      <a:blip r:embed="rId11"/>
                      <a:stretch>
                        <a:fillRect/>
                      </a:stretch>
                    </p:blipFill>
                    <p:spPr>
                      <a:xfrm>
                        <a:off x="3679825" y="3660775"/>
                        <a:ext cx="2824163" cy="1100138"/>
                      </a:xfrm>
                      <a:prstGeom prst="rect">
                        <a:avLst/>
                      </a:prstGeom>
                      <a:noFill/>
                      <a:ln w="38100">
                        <a:noFill/>
                        <a:miter/>
                      </a:ln>
                    </p:spPr>
                  </p:pic>
                </p:oleObj>
              </mc:Fallback>
            </mc:AlternateContent>
          </a:graphicData>
        </a:graphic>
      </p:graphicFrame>
      <p:graphicFrame>
        <p:nvGraphicFramePr>
          <p:cNvPr id="52235" name="Object 11"/>
          <p:cNvGraphicFramePr>
            <a:graphicFrameLocks noChangeAspect="1"/>
          </p:cNvGraphicFramePr>
          <p:nvPr/>
        </p:nvGraphicFramePr>
        <p:xfrm>
          <a:off x="990600" y="2057400"/>
          <a:ext cx="1168400" cy="842963"/>
        </p:xfrm>
        <a:graphic>
          <a:graphicData uri="http://schemas.openxmlformats.org/presentationml/2006/ole">
            <mc:AlternateContent xmlns:mc="http://schemas.openxmlformats.org/markup-compatibility/2006">
              <mc:Choice xmlns:v="urn:schemas-microsoft-com:vml" Requires="v">
                <p:oleObj r:id="rId12" imgW="7896225" imgH="5705475" progId="Equation.DSMT4">
                  <p:embed/>
                </p:oleObj>
              </mc:Choice>
              <mc:Fallback>
                <p:oleObj r:id="rId12" imgW="7896225" imgH="5705475" progId="Equation.DSMT4">
                  <p:embed/>
                  <p:pic>
                    <p:nvPicPr>
                      <p:cNvPr id="0" name="Picture 3097"/>
                      <p:cNvPicPr/>
                      <p:nvPr/>
                    </p:nvPicPr>
                    <p:blipFill>
                      <a:blip r:embed="rId13"/>
                      <a:stretch>
                        <a:fillRect/>
                      </a:stretch>
                    </p:blipFill>
                    <p:spPr>
                      <a:xfrm>
                        <a:off x="990600" y="2057400"/>
                        <a:ext cx="1168400" cy="842963"/>
                      </a:xfrm>
                      <a:prstGeom prst="rect">
                        <a:avLst/>
                      </a:prstGeom>
                      <a:noFill/>
                      <a:ln w="38100">
                        <a:noFill/>
                        <a:miter/>
                      </a:ln>
                    </p:spPr>
                  </p:pic>
                </p:oleObj>
              </mc:Fallback>
            </mc:AlternateContent>
          </a:graphicData>
        </a:graphic>
      </p:graphicFrame>
      <p:sp>
        <p:nvSpPr>
          <p:cNvPr id="52236" name="AutoShape 12"/>
          <p:cNvSpPr/>
          <p:nvPr/>
        </p:nvSpPr>
        <p:spPr>
          <a:xfrm>
            <a:off x="6553200" y="3124200"/>
            <a:ext cx="304800" cy="1676400"/>
          </a:xfrm>
          <a:prstGeom prst="rightBrace">
            <a:avLst>
              <a:gd name="adj1" fmla="val 45833"/>
              <a:gd name="adj2" fmla="val 50000"/>
            </a:avLst>
          </a:prstGeom>
          <a:noFill/>
          <a:ln w="25400" cap="flat" cmpd="sng">
            <a:solidFill>
              <a:schemeClr val="accent2"/>
            </a:solidFill>
            <a:prstDash val="solid"/>
            <a:headEnd type="none" w="med" len="med"/>
            <a:tailEnd type="none" w="med" len="med"/>
          </a:ln>
        </p:spPr>
        <p:txBody>
          <a:bodyPr wrap="none" anchor="ctr" anchorCtr="0"/>
          <a:lstStyle/>
          <a:p>
            <a:pPr eaLnBrk="1" hangingPunct="1"/>
            <a:endParaRPr>
              <a:latin typeface="Times New Roman" panose="02020603050405020304" pitchFamily="18" charset="0"/>
            </a:endParaRPr>
          </a:p>
        </p:txBody>
      </p:sp>
      <p:sp>
        <p:nvSpPr>
          <p:cNvPr id="52237" name="Text Box 13"/>
          <p:cNvSpPr txBox="1"/>
          <p:nvPr/>
        </p:nvSpPr>
        <p:spPr>
          <a:xfrm>
            <a:off x="7010400" y="3581400"/>
            <a:ext cx="1920875" cy="822325"/>
          </a:xfrm>
          <a:prstGeom prst="rect">
            <a:avLst/>
          </a:prstGeom>
          <a:noFill/>
          <a:ln w="9525">
            <a:noFill/>
          </a:ln>
        </p:spPr>
        <p:txBody>
          <a:bodyPr>
            <a:spAutoFit/>
          </a:bodyPr>
          <a:lstStyle/>
          <a:p>
            <a:pPr eaLnBrk="1" hangingPunct="1"/>
            <a:r>
              <a:rPr lang="en-US" altLang="en-US">
                <a:solidFill>
                  <a:schemeClr val="accent2"/>
                </a:solidFill>
                <a:latin typeface="Arial" panose="020B0604020202020204" pitchFamily="34" charset="0"/>
              </a:rPr>
              <a:t>Find new limits</a:t>
            </a:r>
          </a:p>
        </p:txBody>
      </p:sp>
      <p:grpSp>
        <p:nvGrpSpPr>
          <p:cNvPr id="52238" name="Group 14"/>
          <p:cNvGrpSpPr/>
          <p:nvPr/>
        </p:nvGrpSpPr>
        <p:grpSpPr>
          <a:xfrm>
            <a:off x="1371600" y="1676400"/>
            <a:ext cx="1554163" cy="457200"/>
            <a:chOff x="864" y="1056"/>
            <a:chExt cx="979" cy="288"/>
          </a:xfrm>
        </p:grpSpPr>
        <p:sp>
          <p:nvSpPr>
            <p:cNvPr id="13328" name="Line 15"/>
            <p:cNvSpPr/>
            <p:nvPr/>
          </p:nvSpPr>
          <p:spPr>
            <a:xfrm flipV="1">
              <a:off x="864" y="1200"/>
              <a:ext cx="192" cy="144"/>
            </a:xfrm>
            <a:prstGeom prst="line">
              <a:avLst/>
            </a:prstGeom>
            <a:ln w="25400" cap="flat" cmpd="sng">
              <a:solidFill>
                <a:schemeClr val="accent2"/>
              </a:solidFill>
              <a:prstDash val="solid"/>
              <a:headEnd type="triangle" w="med" len="med"/>
              <a:tailEnd type="none" w="med" len="med"/>
            </a:ln>
          </p:spPr>
        </p:sp>
        <p:sp>
          <p:nvSpPr>
            <p:cNvPr id="13329" name="Text Box 16"/>
            <p:cNvSpPr txBox="1"/>
            <p:nvPr/>
          </p:nvSpPr>
          <p:spPr>
            <a:xfrm>
              <a:off x="1104" y="1056"/>
              <a:ext cx="739" cy="250"/>
            </a:xfrm>
            <a:prstGeom prst="rect">
              <a:avLst/>
            </a:prstGeom>
            <a:noFill/>
            <a:ln w="9525">
              <a:noFill/>
            </a:ln>
          </p:spPr>
          <p:txBody>
            <a:bodyPr wrap="none">
              <a:spAutoFit/>
            </a:bodyPr>
            <a:lstStyle/>
            <a:p>
              <a:pPr eaLnBrk="1" hangingPunct="1"/>
              <a:r>
                <a:rPr lang="en-US" altLang="en-US" sz="2000">
                  <a:solidFill>
                    <a:schemeClr val="accent2"/>
                  </a:solidFill>
                  <a:latin typeface="Arial" panose="020B0604020202020204" pitchFamily="34" charset="0"/>
                </a:rPr>
                <a:t>new limit</a:t>
              </a:r>
            </a:p>
          </p:txBody>
        </p:sp>
      </p:grpSp>
      <p:grpSp>
        <p:nvGrpSpPr>
          <p:cNvPr id="52241" name="Group 17"/>
          <p:cNvGrpSpPr/>
          <p:nvPr/>
        </p:nvGrpSpPr>
        <p:grpSpPr>
          <a:xfrm>
            <a:off x="1371600" y="2819400"/>
            <a:ext cx="1477963" cy="396875"/>
            <a:chOff x="864" y="1776"/>
            <a:chExt cx="931" cy="250"/>
          </a:xfrm>
        </p:grpSpPr>
        <p:sp>
          <p:nvSpPr>
            <p:cNvPr id="13326" name="Line 18"/>
            <p:cNvSpPr/>
            <p:nvPr/>
          </p:nvSpPr>
          <p:spPr>
            <a:xfrm>
              <a:off x="864" y="1776"/>
              <a:ext cx="192" cy="144"/>
            </a:xfrm>
            <a:prstGeom prst="line">
              <a:avLst/>
            </a:prstGeom>
            <a:ln w="25400" cap="flat" cmpd="sng">
              <a:solidFill>
                <a:schemeClr val="accent2"/>
              </a:solidFill>
              <a:prstDash val="solid"/>
              <a:headEnd type="triangle" w="med" len="med"/>
              <a:tailEnd type="none" w="med" len="med"/>
            </a:ln>
          </p:spPr>
        </p:sp>
        <p:sp>
          <p:nvSpPr>
            <p:cNvPr id="13327" name="Text Box 19"/>
            <p:cNvSpPr txBox="1"/>
            <p:nvPr/>
          </p:nvSpPr>
          <p:spPr>
            <a:xfrm>
              <a:off x="1056" y="1776"/>
              <a:ext cx="739" cy="250"/>
            </a:xfrm>
            <a:prstGeom prst="rect">
              <a:avLst/>
            </a:prstGeom>
            <a:noFill/>
            <a:ln w="9525">
              <a:noFill/>
            </a:ln>
          </p:spPr>
          <p:txBody>
            <a:bodyPr wrap="none">
              <a:spAutoFit/>
            </a:bodyPr>
            <a:lstStyle/>
            <a:p>
              <a:pPr eaLnBrk="1" hangingPunct="1"/>
              <a:r>
                <a:rPr lang="en-US" altLang="en-US" sz="2000">
                  <a:solidFill>
                    <a:schemeClr val="accent2"/>
                  </a:solidFill>
                  <a:latin typeface="Arial" panose="020B0604020202020204" pitchFamily="34" charset="0"/>
                </a:rPr>
                <a:t>new limit</a:t>
              </a:r>
            </a:p>
          </p:txBody>
        </p:sp>
      </p:grpSp>
      <p:graphicFrame>
        <p:nvGraphicFramePr>
          <p:cNvPr id="52244" name="Object 20"/>
          <p:cNvGraphicFramePr>
            <a:graphicFrameLocks noChangeAspect="1"/>
          </p:cNvGraphicFramePr>
          <p:nvPr/>
        </p:nvGraphicFramePr>
        <p:xfrm>
          <a:off x="1163638" y="3311525"/>
          <a:ext cx="973137" cy="1231900"/>
        </p:xfrm>
        <a:graphic>
          <a:graphicData uri="http://schemas.openxmlformats.org/presentationml/2006/ole">
            <mc:AlternateContent xmlns:mc="http://schemas.openxmlformats.org/markup-compatibility/2006">
              <mc:Choice xmlns:v="urn:schemas-microsoft-com:vml" Requires="v">
                <p:oleObj r:id="rId14" imgW="6581775" imgH="8334375" progId="Equation.DSMT4">
                  <p:embed/>
                </p:oleObj>
              </mc:Choice>
              <mc:Fallback>
                <p:oleObj r:id="rId14" imgW="6581775" imgH="8334375" progId="Equation.DSMT4">
                  <p:embed/>
                  <p:pic>
                    <p:nvPicPr>
                      <p:cNvPr id="0" name="Picture 3109"/>
                      <p:cNvPicPr/>
                      <p:nvPr/>
                    </p:nvPicPr>
                    <p:blipFill>
                      <a:blip r:embed="rId15"/>
                      <a:stretch>
                        <a:fillRect/>
                      </a:stretch>
                    </p:blipFill>
                    <p:spPr>
                      <a:xfrm>
                        <a:off x="1163638" y="3311525"/>
                        <a:ext cx="973137" cy="1231900"/>
                      </a:xfrm>
                      <a:prstGeom prst="rect">
                        <a:avLst/>
                      </a:prstGeom>
                      <a:noFill/>
                      <a:ln w="38100">
                        <a:noFill/>
                        <a:miter/>
                      </a:ln>
                    </p:spPr>
                  </p:pic>
                </p:oleObj>
              </mc:Fallback>
            </mc:AlternateContent>
          </a:graphicData>
        </a:graphic>
      </p:graphicFrame>
      <p:graphicFrame>
        <p:nvGraphicFramePr>
          <p:cNvPr id="52245" name="Object 21"/>
          <p:cNvGraphicFramePr>
            <a:graphicFrameLocks noChangeAspect="1"/>
          </p:cNvGraphicFramePr>
          <p:nvPr/>
        </p:nvGraphicFramePr>
        <p:xfrm>
          <a:off x="1371600" y="4876800"/>
          <a:ext cx="390525" cy="1004888"/>
        </p:xfrm>
        <a:graphic>
          <a:graphicData uri="http://schemas.openxmlformats.org/presentationml/2006/ole">
            <mc:AlternateContent xmlns:mc="http://schemas.openxmlformats.org/markup-compatibility/2006">
              <mc:Choice xmlns:v="urn:schemas-microsoft-com:vml" Requires="v">
                <p:oleObj r:id="rId16" imgW="2628900" imgH="6800850" progId="Equation.DSMT4">
                  <p:embed/>
                </p:oleObj>
              </mc:Choice>
              <mc:Fallback>
                <p:oleObj r:id="rId16" imgW="2628900" imgH="6800850" progId="Equation.DSMT4">
                  <p:embed/>
                  <p:pic>
                    <p:nvPicPr>
                      <p:cNvPr id="0" name="Picture 3099"/>
                      <p:cNvPicPr/>
                      <p:nvPr/>
                    </p:nvPicPr>
                    <p:blipFill>
                      <a:blip r:embed="rId17"/>
                      <a:stretch>
                        <a:fillRect/>
                      </a:stretch>
                    </p:blipFill>
                    <p:spPr>
                      <a:xfrm>
                        <a:off x="1371600" y="4876800"/>
                        <a:ext cx="390525" cy="1004888"/>
                      </a:xfrm>
                      <a:prstGeom prst="rect">
                        <a:avLst/>
                      </a:prstGeom>
                      <a:noFill/>
                      <a:ln w="38100">
                        <a:noFill/>
                        <a:miter/>
                      </a:ln>
                    </p:spPr>
                  </p:pic>
                </p:oleObj>
              </mc:Fallback>
            </mc:AlternateContent>
          </a:graphicData>
        </a:graphic>
      </p:graphicFrame>
      <p:sp>
        <p:nvSpPr>
          <p:cNvPr id="13325" name="Text Box 25"/>
          <p:cNvSpPr txBox="1"/>
          <p:nvPr/>
        </p:nvSpPr>
        <p:spPr>
          <a:xfrm>
            <a:off x="228600" y="304800"/>
            <a:ext cx="1219200" cy="376238"/>
          </a:xfrm>
          <a:prstGeom prst="rect">
            <a:avLst/>
          </a:prstGeom>
          <a:solidFill>
            <a:schemeClr val="folHlink"/>
          </a:solidFill>
          <a:ln w="9525" cap="flat" cmpd="sng">
            <a:solidFill>
              <a:schemeClr val="tx1"/>
            </a:solidFill>
            <a:prstDash val="solid"/>
            <a:miter/>
            <a:headEnd type="none" w="med" len="med"/>
            <a:tailEnd type="none" w="med" len="med"/>
          </a:ln>
        </p:spPr>
        <p:txBody>
          <a:bodyPr>
            <a:spAutoFit/>
          </a:bodyPr>
          <a:lstStyle/>
          <a:p>
            <a:pPr eaLnBrk="1" hangingPunct="1">
              <a:spcBef>
                <a:spcPct val="50000"/>
              </a:spcBef>
            </a:pPr>
            <a:r>
              <a:rPr lang="en-US" altLang="en-US" sz="1800">
                <a:latin typeface="Arial" panose="020B0604020202020204" pitchFamily="34" charset="0"/>
                <a:cs typeface="Arial" panose="020B0604020202020204" pitchFamily="34" charset="0"/>
              </a:rPr>
              <a:t>Example</a:t>
            </a:r>
            <a:endParaRPr lang="en-US" altLang="en-US" sz="1800">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22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522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grpId="0" nodeType="clickEffect">
                                  <p:stCondLst>
                                    <p:cond delay="0"/>
                                  </p:stCondLst>
                                  <p:childTnLst>
                                    <p:set>
                                      <p:cBhvr>
                                        <p:cTn id="14" dur="1" fill="hold">
                                          <p:stCondLst>
                                            <p:cond delay="0"/>
                                          </p:stCondLst>
                                        </p:cTn>
                                        <p:tgtEl>
                                          <p:spTgt spid="52237"/>
                                        </p:tgtEl>
                                        <p:attrNameLst>
                                          <p:attrName>style.visibility</p:attrName>
                                        </p:attrNameLst>
                                      </p:cBhvr>
                                      <p:to>
                                        <p:strVal val="visible"/>
                                      </p:to>
                                    </p:set>
                                    <p:anim calcmode="lin" valueType="num">
                                      <p:cBhvr additive="base">
                                        <p:cTn id="15" dur="500" fill="hold"/>
                                        <p:tgtEl>
                                          <p:spTgt spid="52237"/>
                                        </p:tgtEl>
                                        <p:attrNameLst>
                                          <p:attrName>ppt_x</p:attrName>
                                        </p:attrNameLst>
                                      </p:cBhvr>
                                      <p:tavLst>
                                        <p:tav tm="0">
                                          <p:val>
                                            <p:strVal val="1+#ppt_w/2"/>
                                          </p:val>
                                        </p:tav>
                                        <p:tav tm="100000">
                                          <p:val>
                                            <p:strVal val="#ppt_x"/>
                                          </p:val>
                                        </p:tav>
                                      </p:tavLst>
                                    </p:anim>
                                    <p:anim calcmode="lin" valueType="num">
                                      <p:cBhvr additive="base">
                                        <p:cTn id="16" dur="500" fill="hold"/>
                                        <p:tgtEl>
                                          <p:spTgt spid="5223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52236"/>
                                        </p:tgtEl>
                                        <p:attrNameLst>
                                          <p:attrName>style.visibility</p:attrName>
                                        </p:attrNameLst>
                                      </p:cBhvr>
                                      <p:to>
                                        <p:strVal val="visible"/>
                                      </p:to>
                                    </p:set>
                                    <p:animEffect transition="in" filter="wipe(right)">
                                      <p:cBhvr>
                                        <p:cTn id="20" dur="500"/>
                                        <p:tgtEl>
                                          <p:spTgt spid="5223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522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522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499"/>
                                          </p:stCondLst>
                                        </p:cTn>
                                        <p:tgtEl>
                                          <p:spTgt spid="52235"/>
                                        </p:tgtEl>
                                        <p:attrNameLst>
                                          <p:attrName>style.visibility</p:attrName>
                                        </p:attrNameLst>
                                      </p:cBhvr>
                                      <p:to>
                                        <p:strVal val="visible"/>
                                      </p:to>
                                    </p:set>
                                  </p:childTnLst>
                                </p:cTn>
                              </p:par>
                            </p:childTnLst>
                          </p:cTn>
                        </p:par>
                        <p:par>
                          <p:cTn id="33" fill="hold">
                            <p:stCondLst>
                              <p:cond delay="500"/>
                            </p:stCondLst>
                            <p:childTnLst>
                              <p:par>
                                <p:cTn id="34" presetID="17" presetClass="entr" presetSubtype="8" fill="hold" nodeType="afterEffect">
                                  <p:stCondLst>
                                    <p:cond delay="0"/>
                                  </p:stCondLst>
                                  <p:childTnLst>
                                    <p:set>
                                      <p:cBhvr>
                                        <p:cTn id="35" dur="1" fill="hold">
                                          <p:stCondLst>
                                            <p:cond delay="0"/>
                                          </p:stCondLst>
                                        </p:cTn>
                                        <p:tgtEl>
                                          <p:spTgt spid="52238"/>
                                        </p:tgtEl>
                                        <p:attrNameLst>
                                          <p:attrName>style.visibility</p:attrName>
                                        </p:attrNameLst>
                                      </p:cBhvr>
                                      <p:to>
                                        <p:strVal val="visible"/>
                                      </p:to>
                                    </p:set>
                                    <p:anim calcmode="lin" valueType="num">
                                      <p:cBhvr>
                                        <p:cTn id="36" dur="500" fill="hold"/>
                                        <p:tgtEl>
                                          <p:spTgt spid="52238"/>
                                        </p:tgtEl>
                                        <p:attrNameLst>
                                          <p:attrName>ppt_x</p:attrName>
                                        </p:attrNameLst>
                                      </p:cBhvr>
                                      <p:tavLst>
                                        <p:tav tm="0">
                                          <p:val>
                                            <p:strVal val="#ppt_x-#ppt_w/2"/>
                                          </p:val>
                                        </p:tav>
                                        <p:tav tm="100000">
                                          <p:val>
                                            <p:strVal val="#ppt_x"/>
                                          </p:val>
                                        </p:tav>
                                      </p:tavLst>
                                    </p:anim>
                                    <p:anim calcmode="lin" valueType="num">
                                      <p:cBhvr>
                                        <p:cTn id="37" dur="500" fill="hold"/>
                                        <p:tgtEl>
                                          <p:spTgt spid="52238"/>
                                        </p:tgtEl>
                                        <p:attrNameLst>
                                          <p:attrName>ppt_y</p:attrName>
                                        </p:attrNameLst>
                                      </p:cBhvr>
                                      <p:tavLst>
                                        <p:tav tm="0">
                                          <p:val>
                                            <p:strVal val="#ppt_y"/>
                                          </p:val>
                                        </p:tav>
                                        <p:tav tm="100000">
                                          <p:val>
                                            <p:strVal val="#ppt_y"/>
                                          </p:val>
                                        </p:tav>
                                      </p:tavLst>
                                    </p:anim>
                                    <p:anim calcmode="lin" valueType="num">
                                      <p:cBhvr>
                                        <p:cTn id="38" dur="500" fill="hold"/>
                                        <p:tgtEl>
                                          <p:spTgt spid="52238"/>
                                        </p:tgtEl>
                                        <p:attrNameLst>
                                          <p:attrName>ppt_w</p:attrName>
                                        </p:attrNameLst>
                                      </p:cBhvr>
                                      <p:tavLst>
                                        <p:tav tm="0">
                                          <p:val>
                                            <p:fltVal val="0"/>
                                          </p:val>
                                        </p:tav>
                                        <p:tav tm="100000">
                                          <p:val>
                                            <p:strVal val="#ppt_w"/>
                                          </p:val>
                                        </p:tav>
                                      </p:tavLst>
                                    </p:anim>
                                    <p:anim calcmode="lin" valueType="num">
                                      <p:cBhvr>
                                        <p:cTn id="39" dur="500" fill="hold"/>
                                        <p:tgtEl>
                                          <p:spTgt spid="52238"/>
                                        </p:tgtEl>
                                        <p:attrNameLst>
                                          <p:attrName>ppt_h</p:attrName>
                                        </p:attrNameLst>
                                      </p:cBhvr>
                                      <p:tavLst>
                                        <p:tav tm="0">
                                          <p:val>
                                            <p:strVal val="#ppt_h"/>
                                          </p:val>
                                        </p:tav>
                                        <p:tav tm="100000">
                                          <p:val>
                                            <p:strVal val="#ppt_h"/>
                                          </p:val>
                                        </p:tav>
                                      </p:tavLst>
                                    </p:anim>
                                  </p:childTnLst>
                                </p:cTn>
                              </p:par>
                            </p:childTnLst>
                          </p:cTn>
                        </p:par>
                        <p:par>
                          <p:cTn id="40" fill="hold">
                            <p:stCondLst>
                              <p:cond delay="1000"/>
                            </p:stCondLst>
                            <p:childTnLst>
                              <p:par>
                                <p:cTn id="41" presetID="17" presetClass="entr" presetSubtype="8" fill="hold" nodeType="afterEffect">
                                  <p:stCondLst>
                                    <p:cond delay="0"/>
                                  </p:stCondLst>
                                  <p:childTnLst>
                                    <p:set>
                                      <p:cBhvr>
                                        <p:cTn id="42" dur="1" fill="hold">
                                          <p:stCondLst>
                                            <p:cond delay="0"/>
                                          </p:stCondLst>
                                        </p:cTn>
                                        <p:tgtEl>
                                          <p:spTgt spid="52241"/>
                                        </p:tgtEl>
                                        <p:attrNameLst>
                                          <p:attrName>style.visibility</p:attrName>
                                        </p:attrNameLst>
                                      </p:cBhvr>
                                      <p:to>
                                        <p:strVal val="visible"/>
                                      </p:to>
                                    </p:set>
                                    <p:anim calcmode="lin" valueType="num">
                                      <p:cBhvr>
                                        <p:cTn id="43" dur="500" fill="hold"/>
                                        <p:tgtEl>
                                          <p:spTgt spid="52241"/>
                                        </p:tgtEl>
                                        <p:attrNameLst>
                                          <p:attrName>ppt_x</p:attrName>
                                        </p:attrNameLst>
                                      </p:cBhvr>
                                      <p:tavLst>
                                        <p:tav tm="0">
                                          <p:val>
                                            <p:strVal val="#ppt_x-#ppt_w/2"/>
                                          </p:val>
                                        </p:tav>
                                        <p:tav tm="100000">
                                          <p:val>
                                            <p:strVal val="#ppt_x"/>
                                          </p:val>
                                        </p:tav>
                                      </p:tavLst>
                                    </p:anim>
                                    <p:anim calcmode="lin" valueType="num">
                                      <p:cBhvr>
                                        <p:cTn id="44" dur="500" fill="hold"/>
                                        <p:tgtEl>
                                          <p:spTgt spid="52241"/>
                                        </p:tgtEl>
                                        <p:attrNameLst>
                                          <p:attrName>ppt_y</p:attrName>
                                        </p:attrNameLst>
                                      </p:cBhvr>
                                      <p:tavLst>
                                        <p:tav tm="0">
                                          <p:val>
                                            <p:strVal val="#ppt_y"/>
                                          </p:val>
                                        </p:tav>
                                        <p:tav tm="100000">
                                          <p:val>
                                            <p:strVal val="#ppt_y"/>
                                          </p:val>
                                        </p:tav>
                                      </p:tavLst>
                                    </p:anim>
                                    <p:anim calcmode="lin" valueType="num">
                                      <p:cBhvr>
                                        <p:cTn id="45" dur="500" fill="hold"/>
                                        <p:tgtEl>
                                          <p:spTgt spid="52241"/>
                                        </p:tgtEl>
                                        <p:attrNameLst>
                                          <p:attrName>ppt_w</p:attrName>
                                        </p:attrNameLst>
                                      </p:cBhvr>
                                      <p:tavLst>
                                        <p:tav tm="0">
                                          <p:val>
                                            <p:fltVal val="0"/>
                                          </p:val>
                                        </p:tav>
                                        <p:tav tm="100000">
                                          <p:val>
                                            <p:strVal val="#ppt_w"/>
                                          </p:val>
                                        </p:tav>
                                      </p:tavLst>
                                    </p:anim>
                                    <p:anim calcmode="lin" valueType="num">
                                      <p:cBhvr>
                                        <p:cTn id="46" dur="500" fill="hold"/>
                                        <p:tgtEl>
                                          <p:spTgt spid="52241"/>
                                        </p:tgtEl>
                                        <p:attrNameLst>
                                          <p:attrName>ppt_h</p:attrName>
                                        </p:attrNameLst>
                                      </p:cBhvr>
                                      <p:tavLst>
                                        <p:tav tm="0">
                                          <p:val>
                                            <p:strVal val="#ppt_h"/>
                                          </p:val>
                                        </p:tav>
                                        <p:tav tm="100000">
                                          <p:val>
                                            <p:strVal val="#ppt_h"/>
                                          </p:val>
                                        </p:tav>
                                      </p:tavLst>
                                    </p:anim>
                                  </p:childTnLst>
                                </p:cTn>
                              </p:par>
                            </p:childTnLst>
                          </p:cTn>
                        </p:par>
                        <p:par>
                          <p:cTn id="47" fill="hold">
                            <p:stCondLst>
                              <p:cond delay="1500"/>
                            </p:stCondLst>
                            <p:childTnLst>
                              <p:par>
                                <p:cTn id="48" presetID="1" presetClass="entr" presetSubtype="0" fill="hold" nodeType="afterEffect">
                                  <p:stCondLst>
                                    <p:cond delay="0"/>
                                  </p:stCondLst>
                                  <p:childTnLst>
                                    <p:set>
                                      <p:cBhvr>
                                        <p:cTn id="49" dur="1" fill="hold">
                                          <p:stCondLst>
                                            <p:cond delay="499"/>
                                          </p:stCondLst>
                                        </p:cTn>
                                        <p:tgtEl>
                                          <p:spTgt spid="52244"/>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499"/>
                                          </p:stCondLst>
                                        </p:cTn>
                                        <p:tgtEl>
                                          <p:spTgt spid="52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7" name="Object 3"/>
          <p:cNvGraphicFramePr>
            <a:graphicFrameLocks noChangeAspect="1"/>
          </p:cNvGraphicFramePr>
          <p:nvPr/>
        </p:nvGraphicFramePr>
        <p:xfrm>
          <a:off x="466725" y="790575"/>
          <a:ext cx="2725738" cy="841375"/>
        </p:xfrm>
        <a:graphic>
          <a:graphicData uri="http://schemas.openxmlformats.org/presentationml/2006/ole">
            <mc:AlternateContent xmlns:mc="http://schemas.openxmlformats.org/markup-compatibility/2006">
              <mc:Choice xmlns:v="urn:schemas-microsoft-com:vml" Requires="v">
                <p:oleObj r:id="rId2" imgW="18430875" imgH="5705475" progId="Equation.DSMT4">
                  <p:embed/>
                </p:oleObj>
              </mc:Choice>
              <mc:Fallback>
                <p:oleObj r:id="rId2" imgW="18430875" imgH="5705475" progId="Equation.DSMT4">
                  <p:embed/>
                  <p:pic>
                    <p:nvPicPr>
                      <p:cNvPr id="0" name="Picture 3101"/>
                      <p:cNvPicPr/>
                      <p:nvPr/>
                    </p:nvPicPr>
                    <p:blipFill>
                      <a:blip r:embed="rId3"/>
                      <a:stretch>
                        <a:fillRect/>
                      </a:stretch>
                    </p:blipFill>
                    <p:spPr>
                      <a:xfrm>
                        <a:off x="466725" y="790575"/>
                        <a:ext cx="2725738" cy="841375"/>
                      </a:xfrm>
                      <a:prstGeom prst="rect">
                        <a:avLst/>
                      </a:prstGeom>
                      <a:noFill/>
                      <a:ln w="38100">
                        <a:noFill/>
                        <a:miter/>
                      </a:ln>
                    </p:spPr>
                  </p:pic>
                </p:oleObj>
              </mc:Fallback>
            </mc:AlternateContent>
          </a:graphicData>
        </a:graphic>
      </p:graphicFrame>
      <p:graphicFrame>
        <p:nvGraphicFramePr>
          <p:cNvPr id="53252" name="Object 4"/>
          <p:cNvGraphicFramePr>
            <a:graphicFrameLocks noChangeAspect="1"/>
          </p:cNvGraphicFramePr>
          <p:nvPr/>
        </p:nvGraphicFramePr>
        <p:xfrm>
          <a:off x="3752850" y="882650"/>
          <a:ext cx="2143125" cy="517525"/>
        </p:xfrm>
        <a:graphic>
          <a:graphicData uri="http://schemas.openxmlformats.org/presentationml/2006/ole">
            <mc:AlternateContent xmlns:mc="http://schemas.openxmlformats.org/markup-compatibility/2006">
              <mc:Choice xmlns:v="urn:schemas-microsoft-com:vml" Requires="v">
                <p:oleObj r:id="rId4" imgW="14478000" imgH="3514725" progId="Equation.DSMT4">
                  <p:embed/>
                </p:oleObj>
              </mc:Choice>
              <mc:Fallback>
                <p:oleObj r:id="rId4" imgW="14478000" imgH="3514725" progId="Equation.DSMT4">
                  <p:embed/>
                  <p:pic>
                    <p:nvPicPr>
                      <p:cNvPr id="0" name="Picture 3110"/>
                      <p:cNvPicPr/>
                      <p:nvPr/>
                    </p:nvPicPr>
                    <p:blipFill>
                      <a:blip r:embed="rId5"/>
                      <a:stretch>
                        <a:fillRect/>
                      </a:stretch>
                    </p:blipFill>
                    <p:spPr>
                      <a:xfrm>
                        <a:off x="3752850" y="882650"/>
                        <a:ext cx="2143125" cy="517525"/>
                      </a:xfrm>
                      <a:prstGeom prst="rect">
                        <a:avLst/>
                      </a:prstGeom>
                      <a:noFill/>
                      <a:ln w="38100">
                        <a:noFill/>
                        <a:miter/>
                      </a:ln>
                    </p:spPr>
                  </p:pic>
                </p:oleObj>
              </mc:Fallback>
            </mc:AlternateContent>
          </a:graphicData>
        </a:graphic>
      </p:graphicFrame>
      <p:graphicFrame>
        <p:nvGraphicFramePr>
          <p:cNvPr id="53253" name="Object 5"/>
          <p:cNvGraphicFramePr>
            <a:graphicFrameLocks noChangeAspect="1"/>
          </p:cNvGraphicFramePr>
          <p:nvPr/>
        </p:nvGraphicFramePr>
        <p:xfrm>
          <a:off x="3810000" y="1524000"/>
          <a:ext cx="1947863" cy="517525"/>
        </p:xfrm>
        <a:graphic>
          <a:graphicData uri="http://schemas.openxmlformats.org/presentationml/2006/ole">
            <mc:AlternateContent xmlns:mc="http://schemas.openxmlformats.org/markup-compatibility/2006">
              <mc:Choice xmlns:v="urn:schemas-microsoft-com:vml" Requires="v">
                <p:oleObj r:id="rId6" imgW="13163550" imgH="3514725" progId="Equation.DSMT4">
                  <p:embed/>
                </p:oleObj>
              </mc:Choice>
              <mc:Fallback>
                <p:oleObj r:id="rId6" imgW="13163550" imgH="3514725" progId="Equation.DSMT4">
                  <p:embed/>
                  <p:pic>
                    <p:nvPicPr>
                      <p:cNvPr id="0" name="Picture 3111"/>
                      <p:cNvPicPr/>
                      <p:nvPr/>
                    </p:nvPicPr>
                    <p:blipFill>
                      <a:blip r:embed="rId7"/>
                      <a:stretch>
                        <a:fillRect/>
                      </a:stretch>
                    </p:blipFill>
                    <p:spPr>
                      <a:xfrm>
                        <a:off x="3810000" y="1524000"/>
                        <a:ext cx="1947863" cy="517525"/>
                      </a:xfrm>
                      <a:prstGeom prst="rect">
                        <a:avLst/>
                      </a:prstGeom>
                      <a:noFill/>
                      <a:ln w="38100">
                        <a:noFill/>
                        <a:miter/>
                      </a:ln>
                    </p:spPr>
                  </p:pic>
                </p:oleObj>
              </mc:Fallback>
            </mc:AlternateContent>
          </a:graphicData>
        </a:graphic>
      </p:graphicFrame>
      <p:graphicFrame>
        <p:nvGraphicFramePr>
          <p:cNvPr id="53254" name="Object 6"/>
          <p:cNvGraphicFramePr>
            <a:graphicFrameLocks noChangeAspect="1"/>
          </p:cNvGraphicFramePr>
          <p:nvPr/>
        </p:nvGraphicFramePr>
        <p:xfrm>
          <a:off x="6400800" y="914400"/>
          <a:ext cx="1622425" cy="647700"/>
        </p:xfrm>
        <a:graphic>
          <a:graphicData uri="http://schemas.openxmlformats.org/presentationml/2006/ole">
            <mc:AlternateContent xmlns:mc="http://schemas.openxmlformats.org/markup-compatibility/2006">
              <mc:Choice xmlns:v="urn:schemas-microsoft-com:vml" Requires="v">
                <p:oleObj r:id="rId8" imgW="10972800" imgH="4391025" progId="Equation.DSMT4">
                  <p:embed/>
                </p:oleObj>
              </mc:Choice>
              <mc:Fallback>
                <p:oleObj r:id="rId8" imgW="10972800" imgH="4391025" progId="Equation.DSMT4">
                  <p:embed/>
                  <p:pic>
                    <p:nvPicPr>
                      <p:cNvPr id="0" name="Picture 3106"/>
                      <p:cNvPicPr/>
                      <p:nvPr/>
                    </p:nvPicPr>
                    <p:blipFill>
                      <a:blip r:embed="rId9"/>
                      <a:stretch>
                        <a:fillRect/>
                      </a:stretch>
                    </p:blipFill>
                    <p:spPr>
                      <a:xfrm>
                        <a:off x="6400800" y="914400"/>
                        <a:ext cx="1622425" cy="647700"/>
                      </a:xfrm>
                      <a:prstGeom prst="rect">
                        <a:avLst/>
                      </a:prstGeom>
                      <a:noFill/>
                      <a:ln w="38100">
                        <a:noFill/>
                        <a:miter/>
                      </a:ln>
                    </p:spPr>
                  </p:pic>
                </p:oleObj>
              </mc:Fallback>
            </mc:AlternateContent>
          </a:graphicData>
        </a:graphic>
      </p:graphicFrame>
      <p:graphicFrame>
        <p:nvGraphicFramePr>
          <p:cNvPr id="53255" name="Object 7"/>
          <p:cNvGraphicFramePr>
            <a:graphicFrameLocks noChangeAspect="1"/>
          </p:cNvGraphicFramePr>
          <p:nvPr/>
        </p:nvGraphicFramePr>
        <p:xfrm>
          <a:off x="6400800" y="1524000"/>
          <a:ext cx="1363663" cy="647700"/>
        </p:xfrm>
        <a:graphic>
          <a:graphicData uri="http://schemas.openxmlformats.org/presentationml/2006/ole">
            <mc:AlternateContent xmlns:mc="http://schemas.openxmlformats.org/markup-compatibility/2006">
              <mc:Choice xmlns:v="urn:schemas-microsoft-com:vml" Requires="v">
                <p:oleObj r:id="rId10" imgW="9220200" imgH="4391025" progId="Equation.DSMT4">
                  <p:embed/>
                </p:oleObj>
              </mc:Choice>
              <mc:Fallback>
                <p:oleObj r:id="rId10" imgW="9220200" imgH="4391025" progId="Equation.DSMT4">
                  <p:embed/>
                  <p:pic>
                    <p:nvPicPr>
                      <p:cNvPr id="0" name="Picture 3095"/>
                      <p:cNvPicPr/>
                      <p:nvPr/>
                    </p:nvPicPr>
                    <p:blipFill>
                      <a:blip r:embed="rId11"/>
                      <a:stretch>
                        <a:fillRect/>
                      </a:stretch>
                    </p:blipFill>
                    <p:spPr>
                      <a:xfrm>
                        <a:off x="6400800" y="1524000"/>
                        <a:ext cx="1363663" cy="647700"/>
                      </a:xfrm>
                      <a:prstGeom prst="rect">
                        <a:avLst/>
                      </a:prstGeom>
                      <a:noFill/>
                      <a:ln w="38100">
                        <a:noFill/>
                        <a:miter/>
                      </a:ln>
                    </p:spPr>
                  </p:pic>
                </p:oleObj>
              </mc:Fallback>
            </mc:AlternateContent>
          </a:graphicData>
        </a:graphic>
      </p:graphicFrame>
      <p:graphicFrame>
        <p:nvGraphicFramePr>
          <p:cNvPr id="53256" name="Object 8"/>
          <p:cNvGraphicFramePr>
            <a:graphicFrameLocks noChangeAspect="1"/>
          </p:cNvGraphicFramePr>
          <p:nvPr/>
        </p:nvGraphicFramePr>
        <p:xfrm>
          <a:off x="862013" y="1992313"/>
          <a:ext cx="1427162" cy="973137"/>
        </p:xfrm>
        <a:graphic>
          <a:graphicData uri="http://schemas.openxmlformats.org/presentationml/2006/ole">
            <mc:AlternateContent xmlns:mc="http://schemas.openxmlformats.org/markup-compatibility/2006">
              <mc:Choice xmlns:v="urn:schemas-microsoft-com:vml" Requires="v">
                <p:oleObj r:id="rId12" imgW="9658350" imgH="6581775" progId="Equation.DSMT4">
                  <p:embed/>
                </p:oleObj>
              </mc:Choice>
              <mc:Fallback>
                <p:oleObj r:id="rId12" imgW="9658350" imgH="6581775" progId="Equation.DSMT4">
                  <p:embed/>
                  <p:pic>
                    <p:nvPicPr>
                      <p:cNvPr id="0" name="Picture 3100"/>
                      <p:cNvPicPr/>
                      <p:nvPr/>
                    </p:nvPicPr>
                    <p:blipFill>
                      <a:blip r:embed="rId13"/>
                      <a:stretch>
                        <a:fillRect/>
                      </a:stretch>
                    </p:blipFill>
                    <p:spPr>
                      <a:xfrm>
                        <a:off x="862013" y="1992313"/>
                        <a:ext cx="1427162" cy="973137"/>
                      </a:xfrm>
                      <a:prstGeom prst="rect">
                        <a:avLst/>
                      </a:prstGeom>
                      <a:noFill/>
                      <a:ln w="38100">
                        <a:noFill/>
                        <a:miter/>
                      </a:ln>
                    </p:spPr>
                  </p:pic>
                </p:oleObj>
              </mc:Fallback>
            </mc:AlternateContent>
          </a:graphicData>
        </a:graphic>
      </p:graphicFrame>
      <p:graphicFrame>
        <p:nvGraphicFramePr>
          <p:cNvPr id="53257" name="Object 9"/>
          <p:cNvGraphicFramePr>
            <a:graphicFrameLocks noChangeAspect="1"/>
          </p:cNvGraphicFramePr>
          <p:nvPr/>
        </p:nvGraphicFramePr>
        <p:xfrm>
          <a:off x="1066800" y="3200400"/>
          <a:ext cx="1038225" cy="1360488"/>
        </p:xfrm>
        <a:graphic>
          <a:graphicData uri="http://schemas.openxmlformats.org/presentationml/2006/ole">
            <mc:AlternateContent xmlns:mc="http://schemas.openxmlformats.org/markup-compatibility/2006">
              <mc:Choice xmlns:v="urn:schemas-microsoft-com:vml" Requires="v">
                <p:oleObj r:id="rId14" imgW="7019925" imgH="9220200" progId="Equation.DSMT4">
                  <p:embed/>
                </p:oleObj>
              </mc:Choice>
              <mc:Fallback>
                <p:oleObj r:id="rId14" imgW="7019925" imgH="9220200" progId="Equation.DSMT4">
                  <p:embed/>
                  <p:pic>
                    <p:nvPicPr>
                      <p:cNvPr id="0" name="Picture 3077"/>
                      <p:cNvPicPr/>
                      <p:nvPr/>
                    </p:nvPicPr>
                    <p:blipFill>
                      <a:blip r:embed="rId15"/>
                      <a:stretch>
                        <a:fillRect/>
                      </a:stretch>
                    </p:blipFill>
                    <p:spPr>
                      <a:xfrm>
                        <a:off x="1066800" y="3200400"/>
                        <a:ext cx="1038225" cy="1360488"/>
                      </a:xfrm>
                      <a:prstGeom prst="rect">
                        <a:avLst/>
                      </a:prstGeom>
                      <a:noFill/>
                      <a:ln w="38100">
                        <a:noFill/>
                        <a:miter/>
                      </a:ln>
                    </p:spPr>
                  </p:pic>
                </p:oleObj>
              </mc:Fallback>
            </mc:AlternateContent>
          </a:graphicData>
        </a:graphic>
      </p:graphicFrame>
      <p:sp>
        <p:nvSpPr>
          <p:cNvPr id="53258" name="Text Box 10"/>
          <p:cNvSpPr txBox="1"/>
          <p:nvPr/>
        </p:nvSpPr>
        <p:spPr>
          <a:xfrm>
            <a:off x="3124200" y="3581400"/>
            <a:ext cx="4691063" cy="457200"/>
          </a:xfrm>
          <a:prstGeom prst="rect">
            <a:avLst/>
          </a:prstGeom>
          <a:noFill/>
          <a:ln w="9525">
            <a:noFill/>
          </a:ln>
        </p:spPr>
        <p:txBody>
          <a:bodyPr wrap="none">
            <a:spAutoFit/>
          </a:bodyPr>
          <a:lstStyle/>
          <a:p>
            <a:pPr eaLnBrk="1" hangingPunct="1"/>
            <a:r>
              <a:rPr lang="en-US" altLang="en-US">
                <a:solidFill>
                  <a:schemeClr val="accent2"/>
                </a:solidFill>
                <a:latin typeface="Arial" panose="020B0604020202020204" pitchFamily="34" charset="0"/>
              </a:rPr>
              <a:t>Don’t forget to use the new limits.</a:t>
            </a:r>
          </a:p>
        </p:txBody>
      </p:sp>
      <p:graphicFrame>
        <p:nvGraphicFramePr>
          <p:cNvPr id="53259" name="Object 11"/>
          <p:cNvGraphicFramePr>
            <a:graphicFrameLocks noChangeAspect="1"/>
          </p:cNvGraphicFramePr>
          <p:nvPr/>
        </p:nvGraphicFramePr>
        <p:xfrm>
          <a:off x="1114425" y="4868863"/>
          <a:ext cx="941388" cy="1069975"/>
        </p:xfrm>
        <a:graphic>
          <a:graphicData uri="http://schemas.openxmlformats.org/presentationml/2006/ole">
            <mc:AlternateContent xmlns:mc="http://schemas.openxmlformats.org/markup-compatibility/2006">
              <mc:Choice xmlns:v="urn:schemas-microsoft-com:vml" Requires="v">
                <p:oleObj r:id="rId16" imgW="6362700" imgH="7239000" progId="Equation.DSMT4">
                  <p:embed/>
                </p:oleObj>
              </mc:Choice>
              <mc:Fallback>
                <p:oleObj r:id="rId16" imgW="6362700" imgH="7239000" progId="Equation.DSMT4">
                  <p:embed/>
                  <p:pic>
                    <p:nvPicPr>
                      <p:cNvPr id="0" name="Picture 3076"/>
                      <p:cNvPicPr/>
                      <p:nvPr/>
                    </p:nvPicPr>
                    <p:blipFill>
                      <a:blip r:embed="rId17"/>
                      <a:stretch>
                        <a:fillRect/>
                      </a:stretch>
                    </p:blipFill>
                    <p:spPr>
                      <a:xfrm>
                        <a:off x="1114425" y="4868863"/>
                        <a:ext cx="941388" cy="1069975"/>
                      </a:xfrm>
                      <a:prstGeom prst="rect">
                        <a:avLst/>
                      </a:prstGeom>
                      <a:noFill/>
                      <a:ln w="38100">
                        <a:noFill/>
                        <a:miter/>
                      </a:ln>
                    </p:spPr>
                  </p:pic>
                </p:oleObj>
              </mc:Fallback>
            </mc:AlternateContent>
          </a:graphicData>
        </a:graphic>
      </p:graphicFrame>
      <p:graphicFrame>
        <p:nvGraphicFramePr>
          <p:cNvPr id="53260" name="Object 12"/>
          <p:cNvGraphicFramePr>
            <a:graphicFrameLocks noChangeAspect="1"/>
          </p:cNvGraphicFramePr>
          <p:nvPr/>
        </p:nvGraphicFramePr>
        <p:xfrm>
          <a:off x="2286000" y="4876800"/>
          <a:ext cx="1557338" cy="1004888"/>
        </p:xfrm>
        <a:graphic>
          <a:graphicData uri="http://schemas.openxmlformats.org/presentationml/2006/ole">
            <mc:AlternateContent xmlns:mc="http://schemas.openxmlformats.org/markup-compatibility/2006">
              <mc:Choice xmlns:v="urn:schemas-microsoft-com:vml" Requires="v">
                <p:oleObj r:id="rId18" imgW="10534650" imgH="6800850" progId="Equation.DSMT4">
                  <p:embed/>
                </p:oleObj>
              </mc:Choice>
              <mc:Fallback>
                <p:oleObj r:id="rId18" imgW="10534650" imgH="6800850" progId="Equation.DSMT4">
                  <p:embed/>
                  <p:pic>
                    <p:nvPicPr>
                      <p:cNvPr id="0" name="Picture 3075"/>
                      <p:cNvPicPr/>
                      <p:nvPr/>
                    </p:nvPicPr>
                    <p:blipFill>
                      <a:blip r:embed="rId19"/>
                      <a:stretch>
                        <a:fillRect/>
                      </a:stretch>
                    </p:blipFill>
                    <p:spPr>
                      <a:xfrm>
                        <a:off x="2286000" y="4876800"/>
                        <a:ext cx="1557338" cy="1004888"/>
                      </a:xfrm>
                      <a:prstGeom prst="rect">
                        <a:avLst/>
                      </a:prstGeom>
                      <a:noFill/>
                      <a:ln w="38100">
                        <a:noFill/>
                        <a:miter/>
                      </a:ln>
                    </p:spPr>
                  </p:pic>
                </p:oleObj>
              </mc:Fallback>
            </mc:AlternateContent>
          </a:graphicData>
        </a:graphic>
      </p:graphicFrame>
      <p:graphicFrame>
        <p:nvGraphicFramePr>
          <p:cNvPr id="53261" name="Object 13"/>
          <p:cNvGraphicFramePr>
            <a:graphicFrameLocks noChangeAspect="1"/>
          </p:cNvGraphicFramePr>
          <p:nvPr/>
        </p:nvGraphicFramePr>
        <p:xfrm>
          <a:off x="4114800" y="4800600"/>
          <a:ext cx="1168400" cy="1101725"/>
        </p:xfrm>
        <a:graphic>
          <a:graphicData uri="http://schemas.openxmlformats.org/presentationml/2006/ole">
            <mc:AlternateContent xmlns:mc="http://schemas.openxmlformats.org/markup-compatibility/2006">
              <mc:Choice xmlns:v="urn:schemas-microsoft-com:vml" Requires="v">
                <p:oleObj r:id="rId20" imgW="7896225" imgH="7458075" progId="Equation.DSMT4">
                  <p:embed/>
                </p:oleObj>
              </mc:Choice>
              <mc:Fallback>
                <p:oleObj r:id="rId20" imgW="7896225" imgH="7458075" progId="Equation.DSMT4">
                  <p:embed/>
                  <p:pic>
                    <p:nvPicPr>
                      <p:cNvPr id="0" name="Picture 3078"/>
                      <p:cNvPicPr/>
                      <p:nvPr/>
                    </p:nvPicPr>
                    <p:blipFill>
                      <a:blip r:embed="rId21"/>
                      <a:stretch>
                        <a:fillRect/>
                      </a:stretch>
                    </p:blipFill>
                    <p:spPr>
                      <a:xfrm>
                        <a:off x="4114800" y="4800600"/>
                        <a:ext cx="1168400" cy="1101725"/>
                      </a:xfrm>
                      <a:prstGeom prst="rect">
                        <a:avLst/>
                      </a:prstGeom>
                      <a:noFill/>
                      <a:ln w="38100">
                        <a:noFill/>
                        <a:miter/>
                      </a:ln>
                    </p:spPr>
                  </p:pic>
                </p:oleObj>
              </mc:Fallback>
            </mc:AlternateContent>
          </a:graphicData>
        </a:graphic>
      </p:graphicFrame>
      <p:sp>
        <p:nvSpPr>
          <p:cNvPr id="14348" name="Text Box 15"/>
          <p:cNvSpPr txBox="1"/>
          <p:nvPr/>
        </p:nvSpPr>
        <p:spPr>
          <a:xfrm>
            <a:off x="228600" y="304800"/>
            <a:ext cx="1219200" cy="376238"/>
          </a:xfrm>
          <a:prstGeom prst="rect">
            <a:avLst/>
          </a:prstGeom>
          <a:solidFill>
            <a:schemeClr val="folHlink"/>
          </a:solidFill>
          <a:ln w="9525" cap="flat" cmpd="sng">
            <a:solidFill>
              <a:schemeClr val="tx1"/>
            </a:solidFill>
            <a:prstDash val="solid"/>
            <a:miter/>
            <a:headEnd type="none" w="med" len="med"/>
            <a:tailEnd type="none" w="med" len="med"/>
          </a:ln>
        </p:spPr>
        <p:txBody>
          <a:bodyPr>
            <a:spAutoFit/>
          </a:bodyPr>
          <a:lstStyle/>
          <a:p>
            <a:pPr eaLnBrk="1" hangingPunct="1">
              <a:spcBef>
                <a:spcPct val="50000"/>
              </a:spcBef>
            </a:pPr>
            <a:r>
              <a:rPr lang="en-US" altLang="en-US" sz="1800">
                <a:latin typeface="Arial" panose="020B0604020202020204" pitchFamily="34" charset="0"/>
                <a:cs typeface="Arial" panose="020B0604020202020204" pitchFamily="34" charset="0"/>
              </a:rPr>
              <a:t>Example</a:t>
            </a:r>
            <a:endParaRPr lang="en-US" altLang="en-US" sz="1800">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32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532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532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532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532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53257"/>
                                        </p:tgtEl>
                                        <p:attrNameLst>
                                          <p:attrName>style.visibility</p:attrName>
                                        </p:attrNameLst>
                                      </p:cBhvr>
                                      <p:to>
                                        <p:strVal val="visible"/>
                                      </p:to>
                                    </p:set>
                                  </p:childTnLst>
                                </p:cTn>
                              </p:par>
                            </p:childTnLst>
                          </p:cTn>
                        </p:par>
                        <p:par>
                          <p:cTn id="27" fill="hold">
                            <p:stCondLst>
                              <p:cond delay="500"/>
                            </p:stCondLst>
                            <p:childTnLst>
                              <p:par>
                                <p:cTn id="28" presetID="2" presetClass="entr" presetSubtype="2" fill="hold" grpId="0" nodeType="afterEffect">
                                  <p:stCondLst>
                                    <p:cond delay="0"/>
                                  </p:stCondLst>
                                  <p:childTnLst>
                                    <p:set>
                                      <p:cBhvr>
                                        <p:cTn id="29" dur="1" fill="hold">
                                          <p:stCondLst>
                                            <p:cond delay="0"/>
                                          </p:stCondLst>
                                        </p:cTn>
                                        <p:tgtEl>
                                          <p:spTgt spid="53258"/>
                                        </p:tgtEl>
                                        <p:attrNameLst>
                                          <p:attrName>style.visibility</p:attrName>
                                        </p:attrNameLst>
                                      </p:cBhvr>
                                      <p:to>
                                        <p:strVal val="visible"/>
                                      </p:to>
                                    </p:set>
                                    <p:anim calcmode="lin" valueType="num">
                                      <p:cBhvr additive="base">
                                        <p:cTn id="30" dur="500" fill="hold"/>
                                        <p:tgtEl>
                                          <p:spTgt spid="53258"/>
                                        </p:tgtEl>
                                        <p:attrNameLst>
                                          <p:attrName>ppt_x</p:attrName>
                                        </p:attrNameLst>
                                      </p:cBhvr>
                                      <p:tavLst>
                                        <p:tav tm="0">
                                          <p:val>
                                            <p:strVal val="1+#ppt_w/2"/>
                                          </p:val>
                                        </p:tav>
                                        <p:tav tm="100000">
                                          <p:val>
                                            <p:strVal val="#ppt_x"/>
                                          </p:val>
                                        </p:tav>
                                      </p:tavLst>
                                    </p:anim>
                                    <p:anim calcmode="lin" valueType="num">
                                      <p:cBhvr additive="base">
                                        <p:cTn id="31" dur="500" fill="hold"/>
                                        <p:tgtEl>
                                          <p:spTgt spid="53258"/>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499"/>
                                          </p:stCondLst>
                                        </p:cTn>
                                        <p:tgtEl>
                                          <p:spTgt spid="5325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499"/>
                                          </p:stCondLst>
                                        </p:cTn>
                                        <p:tgtEl>
                                          <p:spTgt spid="53260"/>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499"/>
                                          </p:stCondLst>
                                        </p:cTn>
                                        <p:tgtEl>
                                          <p:spTgt spid="532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8"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34</TotalTime>
  <Words>307</Words>
  <Application>Microsoft Office PowerPoint</Application>
  <PresentationFormat>On-screen Show (4:3)</PresentationFormat>
  <Paragraphs>39</Paragraphs>
  <Slides>9</Slides>
  <Notes>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7" baseType="lpstr">
      <vt:lpstr>Arial</vt:lpstr>
      <vt:lpstr>Cambria Math</vt:lpstr>
      <vt:lpstr>Comic Sans MS</vt:lpstr>
      <vt:lpstr>Times New Roman</vt:lpstr>
      <vt:lpstr>Trebuchet MS</vt:lpstr>
      <vt:lpstr>Wingdings 3</vt:lpstr>
      <vt:lpstr>Facet</vt:lpstr>
      <vt:lpstr>Equation.DSMT4</vt:lpstr>
      <vt:lpstr>The Substitution Rule by: Dr.Hiba Omer lec2 </vt:lpstr>
      <vt:lpstr>The Substitution Rule</vt:lpstr>
      <vt:lpstr>PowerPoint Presentation</vt:lpstr>
      <vt:lpstr>Substitution rule examples</vt:lpstr>
      <vt:lpstr>Example about choosing the substitution</vt:lpstr>
      <vt:lpstr>The substitution rule for definite integrals</vt:lpstr>
      <vt:lpstr>The substitution rule for definite integrals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Muslim Moustafa Mohamed</cp:lastModifiedBy>
  <cp:revision>72</cp:revision>
  <dcterms:created xsi:type="dcterms:W3CDTF">2026-05-04T17:17:58Z</dcterms:created>
  <dcterms:modified xsi:type="dcterms:W3CDTF">2026-05-04T18:07:17Z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9EDB9BF744B44756B60DCDE515F6E1A1_13</vt:lpwstr>
  </property>
</Properties>
</file>