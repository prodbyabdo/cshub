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>
        <p:scale>
          <a:sx n="81" d="100"/>
          <a:sy n="81" d="100"/>
        </p:scale>
        <p:origin x="-258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1523365"/>
            <a:ext cx="9144000" cy="1376045"/>
          </a:xfrm>
          <a:ln w="76200">
            <a:solidFill>
              <a:srgbClr val="0070C0"/>
            </a:solidFill>
          </a:ln>
        </p:spPr>
        <p:txBody>
          <a:bodyPr/>
          <a:lstStyle/>
          <a:p>
            <a:r>
              <a:rPr lang="en-US" b="1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Tutorial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3435350"/>
            <a:ext cx="8991600" cy="1922145"/>
          </a:xfrm>
          <a:ln w="57150">
            <a:solidFill>
              <a:srgbClr val="0070C0"/>
            </a:solidFill>
            <a:prstDash val="solid"/>
          </a:ln>
        </p:spPr>
        <p:txBody>
          <a:bodyPr>
            <a:normAutofit lnSpcReduction="10000"/>
          </a:bodyPr>
          <a:lstStyle/>
          <a:p>
            <a:endParaRPr lang="en-US" sz="4000" b="1" i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sz="4000" b="1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Lecture one, two and Three</a:t>
            </a:r>
          </a:p>
          <a:p>
            <a:endParaRPr lang="en-US" sz="4000" b="1" i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i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335" y="1409700"/>
            <a:ext cx="11627485" cy="49472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1/ Select the best choice: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Which of the definitions above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consistance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with Engineering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First definition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Second Definition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Third definition</a:t>
            </a:r>
          </a:p>
          <a:p>
            <a:pPr marL="0" indent="0">
              <a:buFont typeface="+mj-lt"/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2/ The definition of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Mathematics</a:t>
            </a:r>
          </a:p>
          <a:p>
            <a:pPr marL="0" indent="0">
              <a:buFont typeface="+mj-lt"/>
              <a:buNone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3/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Ages of Mathematics</a:t>
            </a:r>
          </a:p>
          <a:p>
            <a:pPr marL="0" indent="0">
              <a:buFont typeface="+mj-lt"/>
              <a:buNone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4/ Branches of Mathematics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indent="0">
              <a:buFont typeface="+mj-lt"/>
              <a:buNone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1" descr="/storage/emulated/0/.polarisOffice5/polarisTemp/image1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426085"/>
            <a:ext cx="4324350" cy="982980"/>
          </a:xfrm>
          <a:prstGeom prst="rect">
            <a:avLst/>
          </a:prstGeom>
          <a:noFill/>
          <a:ln w="3175" cap="flat" cmpd="sng">
            <a:noFill/>
            <a:prstDash val="solid"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000" b="1">
                <a:solidFill>
                  <a:srgbClr val="FF0000"/>
                </a:solidFill>
              </a:rPr>
              <a:t>GOOD LUCK</a:t>
            </a:r>
          </a:p>
        </p:txBody>
      </p:sp>
      <p:pic>
        <p:nvPicPr>
          <p:cNvPr id="7" name="Picture 1" descr="/storage/emulated/0/.polarisOffice5/polarisTemp/image1.png"/>
          <p:cNvPicPr>
            <a:picLocks noGrp="1" noChangeAspect="1" noChangeArrowheads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6085"/>
            <a:ext cx="4324350" cy="982980"/>
          </a:xfrm>
          <a:prstGeom prst="rect">
            <a:avLst/>
          </a:prstGeom>
          <a:noFill/>
          <a:ln w="3175" cap="flat" cmpd="sng">
            <a:noFill/>
            <a:prstDash val="solid"/>
            <a:miter lim="800000"/>
            <a:headEnd/>
            <a:tailEnd/>
          </a:ln>
        </p:spPr>
      </p:pic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518795" y="1409065"/>
            <a:ext cx="10835005" cy="49174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5/ Find the slope of line that path through two point (4,5) ,(-2,3)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6/ Find the slope of 3y - 6x - 12 = 0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7/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Find the equation of the line that has a slope of m = -2 and passes through the point ( 2,-1)</a:t>
            </a:r>
          </a:p>
          <a:p>
            <a:pPr marL="0" indent="0">
              <a:buFont typeface="+mj-lt"/>
              <a:buNone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8/ Find the general forms of the equations of the line that pass through the point ( 2,4 ):</a:t>
            </a:r>
          </a:p>
          <a:p>
            <a:pPr marL="0" indent="0">
              <a:buFont typeface="+mj-lt"/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* Parallel tothe line y = 4x - 2</a:t>
            </a:r>
          </a:p>
          <a:p>
            <a:pPr marL="0" indent="0">
              <a:buFont typeface="+mj-lt"/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* Perpendicular to the line 3y + 3x -5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255" y="1767840"/>
            <a:ext cx="10837545" cy="44094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History of Mathematics AN INTRODUCTION, David M. Burton University of New Hampshire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1" descr="/storage/emulated/0/.polarisOffice5/polarisTemp/image1.png"/>
          <p:cNvPicPr>
            <a:picLocks noGrp="1"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6085"/>
            <a:ext cx="4324350" cy="982980"/>
          </a:xfrm>
          <a:prstGeom prst="rect">
            <a:avLst/>
          </a:prstGeom>
          <a:noFill/>
          <a:ln w="3175" cap="flat" cmpd="sng">
            <a:noFill/>
            <a:prstDash val="solid"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</Words>
  <Application>Microsoft Office PowerPoint</Application>
  <PresentationFormat>شاشة عريضة</PresentationFormat>
  <Paragraphs>42</Paragraphs>
  <Slides>4</Slides>
  <Notes>1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4</vt:i4>
      </vt:variant>
    </vt:vector>
  </HeadingPairs>
  <TitlesOfParts>
    <vt:vector size="5" baseType="lpstr">
      <vt:lpstr>Office Theme</vt:lpstr>
      <vt:lpstr>Tutorial 1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Mathematics I</dc:title>
  <dc:creator>Sara</dc:creator>
  <cp:lastModifiedBy>Aida Ali</cp:lastModifiedBy>
  <cp:revision>99</cp:revision>
  <dcterms:created xsi:type="dcterms:W3CDTF">2022-01-26T06:42:00Z</dcterms:created>
  <dcterms:modified xsi:type="dcterms:W3CDTF">2026-06-19T08:43:22Z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7AA61FE9FC9F4B218482EBE155A1F759_13</vt:lpwstr>
  </property>
  <property fmtid="{D5CDD505-2E9C-101B-9397-08002B2CF9AE}" pid="3" name="KSOProductBuildVer">
    <vt:lpwstr>1033-12.2.0.23155</vt:lpwstr>
  </property>
</Properties>
</file>