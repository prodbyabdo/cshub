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sldIdLst>
    <p:sldId id="256" r:id="rId2"/>
    <p:sldId id="257" r:id="rId3"/>
    <p:sldId id="271" r:id="rId4"/>
    <p:sldId id="258" r:id="rId5"/>
    <p:sldId id="259" r:id="rId6"/>
    <p:sldId id="260" r:id="rId7"/>
    <p:sldId id="261" r:id="rId8"/>
    <p:sldId id="262" r:id="rId9"/>
    <p:sldId id="263" r:id="rId10"/>
    <p:sldId id="264" r:id="rId11"/>
    <p:sldId id="265" r:id="rId12"/>
    <p:sldId id="266" r:id="rId13"/>
    <p:sldId id="267" r:id="rId14"/>
    <p:sldId id="270" r:id="rId15"/>
    <p:sldId id="268" r:id="rId1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9" d="100"/>
          <a:sy n="79" d="100"/>
        </p:scale>
        <p:origin x="-1469" y="-6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9" name="Subtitle 8"/>
          <p:cNvSpPr>
            <a:spLocks noGrp="1"/>
          </p:cNvSpPr>
          <p:nvPr>
            <p:ph type="subTitle" idx="1"/>
          </p:nvPr>
        </p:nvSpPr>
        <p:spPr>
          <a:xfrm>
            <a:off x="457200" y="3699804"/>
            <a:ext cx="8305800" cy="1143000"/>
          </a:xfrm>
        </p:spPr>
        <p:txBody>
          <a:bodyPr>
            <a:noAutofit/>
          </a:bodyPr>
          <a:lstStyle>
            <a:lvl1pPr marL="0" indent="0" algn="ctr">
              <a:buNone/>
              <a:defRPr sz="2200" spc="100" baseline="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Title 27"/>
          <p:cNvSpPr>
            <a:spLocks noGrp="1"/>
          </p:cNvSpPr>
          <p:nvPr>
            <p:ph type="ctrTitle"/>
          </p:nvPr>
        </p:nvSpPr>
        <p:spPr>
          <a:xfrm>
            <a:off x="457200" y="1433732"/>
            <a:ext cx="8305800" cy="1981200"/>
          </a:xfrm>
          <a:ln w="6350" cap="rnd">
            <a:noFill/>
          </a:ln>
        </p:spPr>
        <p:txBody>
          <a:bodyPr anchor="b" anchorCtr="0">
            <a:noAutofit/>
          </a:bodyPr>
          <a:lstStyle>
            <a:lvl1pPr algn="ctr">
              <a:defRPr lang="en-US" sz="4800" b="0" dirty="0">
                <a:ln w="3200">
                  <a:solidFill>
                    <a:schemeClr val="bg2">
                      <a:shade val="75000"/>
                      <a:alpha val="25000"/>
                    </a:schemeClr>
                  </a:solidFill>
                  <a:prstDash val="solid"/>
                  <a:round/>
                </a:ln>
                <a:solidFill>
                  <a:srgbClr val="F9F9F9"/>
                </a:solidFill>
                <a:effectLst>
                  <a:innerShdw blurRad="50800" dist="25400" dir="13500000">
                    <a:srgbClr val="000000">
                      <a:alpha val="70000"/>
                    </a:srgbClr>
                  </a:innerShdw>
                </a:effectLst>
              </a:defRPr>
            </a:lvl1pPr>
          </a:lstStyle>
          <a:p>
            <a:r>
              <a:rPr kumimoji="0" lang="en-US" smtClean="0"/>
              <a:t>Click to edit Master title style</a:t>
            </a:r>
            <a:endParaRPr kumimoji="0" lang="en-US"/>
          </a:p>
        </p:txBody>
      </p:sp>
      <p:cxnSp>
        <p:nvCxnSpPr>
          <p:cNvPr id="8" name="Straight Connector 7"/>
          <p:cNvCxnSpPr/>
          <p:nvPr/>
        </p:nvCxnSpPr>
        <p:spPr>
          <a:xfrm>
            <a:off x="1463626" y="3550126"/>
            <a:ext cx="2971800" cy="1588"/>
          </a:xfrm>
          <a:prstGeom prst="line">
            <a:avLst/>
          </a:prstGeom>
          <a:ln w="9525" cap="flat" cmpd="sng" algn="ctr">
            <a:solidFill>
              <a:schemeClr val="bg2">
                <a:tint val="20000"/>
              </a:schemeClr>
            </a:solidFill>
            <a:prstDash val="solid"/>
          </a:ln>
          <a:effectLst>
            <a:outerShdw blurRad="31750" dir="2700000" algn="tl" rotWithShape="0">
              <a:srgbClr val="000000">
                <a:alpha val="55000"/>
              </a:srgbClr>
            </a:outerShdw>
          </a:effectLst>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4708574" y="3550126"/>
            <a:ext cx="2971800" cy="1588"/>
          </a:xfrm>
          <a:prstGeom prst="line">
            <a:avLst/>
          </a:prstGeom>
          <a:ln w="9525" cap="flat" cmpd="sng" algn="ctr">
            <a:solidFill>
              <a:schemeClr val="bg2">
                <a:tint val="20000"/>
              </a:schemeClr>
            </a:solidFill>
            <a:prstDash val="solid"/>
          </a:ln>
          <a:effectLst>
            <a:outerShdw blurRad="31750" dir="2700000" algn="tl" rotWithShape="0">
              <a:srgbClr val="000000">
                <a:alpha val="55000"/>
              </a:srgbClr>
            </a:outerShdw>
          </a:effectLst>
        </p:spPr>
        <p:style>
          <a:lnRef idx="1">
            <a:schemeClr val="accent1"/>
          </a:lnRef>
          <a:fillRef idx="0">
            <a:schemeClr val="accent1"/>
          </a:fillRef>
          <a:effectRef idx="0">
            <a:schemeClr val="accent1"/>
          </a:effectRef>
          <a:fontRef idx="minor">
            <a:schemeClr val="tx1"/>
          </a:fontRef>
        </p:style>
      </p:cxnSp>
      <p:sp>
        <p:nvSpPr>
          <p:cNvPr id="14" name="Oval 13"/>
          <p:cNvSpPr/>
          <p:nvPr/>
        </p:nvSpPr>
        <p:spPr>
          <a:xfrm>
            <a:off x="4540348" y="3526302"/>
            <a:ext cx="45720" cy="45720"/>
          </a:xfrm>
          <a:prstGeom prst="ellipse">
            <a:avLst/>
          </a:prstGeom>
          <a:effectLst>
            <a:outerShdw blurRad="31750" dir="2700000" algn="tl" rotWithShape="0">
              <a:srgbClr val="000000">
                <a:alpha val="55000"/>
              </a:srgbClr>
            </a:outerShdw>
          </a:effectLst>
        </p:spPr>
        <p:style>
          <a:lnRef idx="2">
            <a:schemeClr val="accent2"/>
          </a:lnRef>
          <a:fillRef idx="1">
            <a:schemeClr val="accent2"/>
          </a:fillRef>
          <a:effectRef idx="0">
            <a:schemeClr val="accent2"/>
          </a:effectRef>
          <a:fontRef idx="minor">
            <a:schemeClr val="lt1"/>
          </a:fontRef>
        </p:style>
        <p:txBody>
          <a:bodyPr rtlCol="0" anchor="ctr"/>
          <a:lstStyle/>
          <a:p>
            <a:pPr algn="ctr" eaLnBrk="1" latinLnBrk="0" hangingPunct="1"/>
            <a:endParaRPr kumimoji="0" lang="en-US"/>
          </a:p>
        </p:txBody>
      </p:sp>
      <p:sp>
        <p:nvSpPr>
          <p:cNvPr id="15" name="Date Placeholder 14"/>
          <p:cNvSpPr>
            <a:spLocks noGrp="1"/>
          </p:cNvSpPr>
          <p:nvPr>
            <p:ph type="dt" sz="half" idx="10"/>
          </p:nvPr>
        </p:nvSpPr>
        <p:spPr/>
        <p:txBody>
          <a:bodyPr/>
          <a:lstStyle/>
          <a:p>
            <a:fld id="{1D8BD707-D9CF-40AE-B4C6-C98DA3205C09}" type="datetimeFigureOut">
              <a:rPr lang="en-US" smtClean="0"/>
              <a:pPr/>
              <a:t>12/2/2025</a:t>
            </a:fld>
            <a:endParaRPr lang="en-US"/>
          </a:p>
        </p:txBody>
      </p:sp>
      <p:sp>
        <p:nvSpPr>
          <p:cNvPr id="16" name="Slide Number Placeholder 15"/>
          <p:cNvSpPr>
            <a:spLocks noGrp="1"/>
          </p:cNvSpPr>
          <p:nvPr>
            <p:ph type="sldNum" sz="quarter" idx="11"/>
          </p:nvPr>
        </p:nvSpPr>
        <p:spPr/>
        <p:txBody>
          <a:bodyPr/>
          <a:lstStyle/>
          <a:p>
            <a:fld id="{B6F15528-21DE-4FAA-801E-634DDDAF4B2B}" type="slidenum">
              <a:rPr lang="en-US" smtClean="0"/>
              <a:pPr/>
              <a:t>‹#›</a:t>
            </a:fld>
            <a:endParaRPr lang="en-US"/>
          </a:p>
        </p:txBody>
      </p:sp>
      <p:sp>
        <p:nvSpPr>
          <p:cNvPr id="17" name="Footer Placeholder 16"/>
          <p:cNvSpPr>
            <a:spLocks noGrp="1"/>
          </p:cNvSpPr>
          <p:nvPr>
            <p:ph type="ftr" sz="quarter" idx="12"/>
          </p:nvPr>
        </p:nvSpPr>
        <p:spPr/>
        <p:txBody>
          <a:bodyPr/>
          <a:lstStyle/>
          <a:p>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9" name="Content Placeholder 8"/>
          <p:cNvSpPr>
            <a:spLocks noGrp="1"/>
          </p:cNvSpPr>
          <p:nvPr>
            <p:ph idx="1"/>
          </p:nvPr>
        </p:nvSpPr>
        <p:spPr>
          <a:xfrm>
            <a:off x="457200" y="1524000"/>
            <a:ext cx="82296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4" name="Date Placeholder 13"/>
          <p:cNvSpPr>
            <a:spLocks noGrp="1"/>
          </p:cNvSpPr>
          <p:nvPr>
            <p:ph type="dt" sz="half" idx="14"/>
          </p:nvPr>
        </p:nvSpPr>
        <p:spPr/>
        <p:txBody>
          <a:bodyPr/>
          <a:lstStyle/>
          <a:p>
            <a:fld id="{1D8BD707-D9CF-40AE-B4C6-C98DA3205C09}" type="datetimeFigureOut">
              <a:rPr lang="en-US" smtClean="0"/>
              <a:pPr/>
              <a:t>12/2/2025</a:t>
            </a:fld>
            <a:endParaRPr lang="en-US"/>
          </a:p>
        </p:txBody>
      </p:sp>
      <p:sp>
        <p:nvSpPr>
          <p:cNvPr id="15" name="Slide Number Placeholder 14"/>
          <p:cNvSpPr>
            <a:spLocks noGrp="1"/>
          </p:cNvSpPr>
          <p:nvPr>
            <p:ph type="sldNum" sz="quarter" idx="15"/>
          </p:nvPr>
        </p:nvSpPr>
        <p:spPr/>
        <p:txBody>
          <a:bodyPr/>
          <a:lstStyle>
            <a:lvl1pPr algn="ctr">
              <a:defRPr/>
            </a:lvl1pPr>
          </a:lstStyle>
          <a:p>
            <a:fld id="{B6F15528-21DE-4FAA-801E-634DDDAF4B2B}" type="slidenum">
              <a:rPr lang="en-US" smtClean="0"/>
              <a:pPr/>
              <a:t>‹#›</a:t>
            </a:fld>
            <a:endParaRPr lang="en-US"/>
          </a:p>
        </p:txBody>
      </p:sp>
      <p:sp>
        <p:nvSpPr>
          <p:cNvPr id="16" name="Footer Placeholder 15"/>
          <p:cNvSpPr>
            <a:spLocks noGrp="1"/>
          </p:cNvSpPr>
          <p:nvPr>
            <p:ph type="ftr" sz="quarter" idx="16"/>
          </p:nvPr>
        </p:nvSpPr>
        <p:spPr/>
        <p:txBody>
          <a:bodyPr/>
          <a:lstStyle/>
          <a:p>
            <a:endParaRPr lang="en-US"/>
          </a:p>
        </p:txBody>
      </p:sp>
      <p:sp>
        <p:nvSpPr>
          <p:cNvPr id="17" name="Title 16"/>
          <p:cNvSpPr>
            <a:spLocks noGrp="1"/>
          </p:cNvSpPr>
          <p:nvPr>
            <p:ph type="title"/>
          </p:nvPr>
        </p:nvSpPr>
        <p:spPr/>
        <p:txBody>
          <a:bodyPr rtlCol="0" anchor="b" anchorCtr="0"/>
          <a:lstStyle/>
          <a:p>
            <a:r>
              <a:rPr kumimoji="0" lang="en-US" smtClean="0"/>
              <a:t>Click to edit Master title style</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1D8BD707-D9CF-40AE-B4C6-C98DA3205C09}" type="datetimeFigureOut">
              <a:rPr lang="en-US" smtClean="0"/>
              <a:pPr/>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2" name="Title 1"/>
          <p:cNvSpPr>
            <a:spLocks noGrp="1"/>
          </p:cNvSpPr>
          <p:nvPr>
            <p:ph type="title"/>
          </p:nvPr>
        </p:nvSpPr>
        <p:spPr>
          <a:xfrm>
            <a:off x="685800" y="3505200"/>
            <a:ext cx="7924800" cy="1371600"/>
          </a:xfrm>
        </p:spPr>
        <p:txBody>
          <a:bodyPr>
            <a:noAutofit/>
          </a:bodyPr>
          <a:lstStyle>
            <a:lvl1pPr algn="l" rtl="0">
              <a:spcBef>
                <a:spcPct val="0"/>
              </a:spcBef>
              <a:buNone/>
              <a:defRPr lang="en-US" sz="4800" b="0" dirty="0">
                <a:ln w="3200">
                  <a:solidFill>
                    <a:schemeClr val="bg2">
                      <a:shade val="25000"/>
                      <a:alpha val="25000"/>
                    </a:schemeClr>
                  </a:solidFill>
                  <a:prstDash val="solid"/>
                  <a:round/>
                </a:ln>
                <a:solidFill>
                  <a:srgbClr val="F9F9F9"/>
                </a:solidFill>
                <a:effectLst>
                  <a:innerShdw blurRad="38100" dist="25400" dir="13500000">
                    <a:prstClr val="black">
                      <a:alpha val="70000"/>
                    </a:prstClr>
                  </a:innerShdw>
                </a:effectLst>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685800" y="4958864"/>
            <a:ext cx="7924800" cy="984736"/>
          </a:xfrm>
        </p:spPr>
        <p:txBody>
          <a:bodyPr anchor="t"/>
          <a:lstStyle>
            <a:lvl1pPr marL="0" indent="0">
              <a:buNone/>
              <a:defRPr sz="2000" spc="100" baseline="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cxnSp>
        <p:nvCxnSpPr>
          <p:cNvPr id="7" name="Straight Connector 6"/>
          <p:cNvCxnSpPr/>
          <p:nvPr/>
        </p:nvCxnSpPr>
        <p:spPr>
          <a:xfrm>
            <a:off x="685800" y="4916992"/>
            <a:ext cx="7924800" cy="4301"/>
          </a:xfrm>
          <a:prstGeom prst="line">
            <a:avLst/>
          </a:prstGeom>
          <a:noFill/>
          <a:ln w="9525" cap="flat" cmpd="sng" algn="ctr">
            <a:solidFill>
              <a:srgbClr val="E9E9E8"/>
            </a:solidFill>
            <a:prstDash val="solid"/>
          </a:ln>
          <a:effectLst>
            <a:outerShdw blurRad="31750" dir="2700000" algn="tl" rotWithShape="0">
              <a:srgbClr val="000000">
                <a:alpha val="55000"/>
              </a:srgbClr>
            </a:outerShdw>
          </a:effectLst>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1D8BD707-D9CF-40AE-B4C6-C98DA3205C09}" type="datetimeFigureOut">
              <a:rPr lang="en-US" smtClean="0"/>
              <a:pPr/>
              <a:t>12/2/2025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11" name="Content Placeholder 10"/>
          <p:cNvSpPr>
            <a:spLocks noGrp="1"/>
          </p:cNvSpPr>
          <p:nvPr>
            <p:ph sz="half" idx="1"/>
          </p:nvPr>
        </p:nvSpPr>
        <p:spPr>
          <a:xfrm>
            <a:off x="457200" y="1524000"/>
            <a:ext cx="4059936"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half" idx="2"/>
          </p:nvPr>
        </p:nvSpPr>
        <p:spPr>
          <a:xfrm>
            <a:off x="4648200" y="1524000"/>
            <a:ext cx="4059936"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
        <p:nvSpPr>
          <p:cNvPr id="8" name="Footer Placeholder 7"/>
          <p:cNvSpPr>
            <a:spLocks noGrp="1"/>
          </p:cNvSpPr>
          <p:nvPr>
            <p:ph type="ftr" sz="quarter" idx="11"/>
          </p:nvPr>
        </p:nvSpPr>
        <p:spPr/>
        <p:txBody>
          <a:bodyPr/>
          <a:lstStyle/>
          <a:p>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12/2/2025</a:t>
            </a:fld>
            <a:endParaRPr lang="en-US"/>
          </a:p>
        </p:txBody>
      </p:sp>
      <p:sp>
        <p:nvSpPr>
          <p:cNvPr id="3" name="Text Placeholder 2"/>
          <p:cNvSpPr>
            <a:spLocks noGrp="1"/>
          </p:cNvSpPr>
          <p:nvPr>
            <p:ph type="body" idx="1"/>
          </p:nvPr>
        </p:nvSpPr>
        <p:spPr>
          <a:xfrm>
            <a:off x="457200" y="1399593"/>
            <a:ext cx="4040188" cy="762000"/>
          </a:xfrm>
          <a:noFill/>
          <a:ln w="25400" cap="rnd" cmpd="sng" algn="ctr">
            <a:noFill/>
            <a:prstDash val="solid"/>
          </a:ln>
          <a:effectLst>
            <a:softEdge rad="63500"/>
          </a:effectLst>
          <a:sp3d prstMaterial="flat"/>
        </p:spPr>
        <p:style>
          <a:lnRef idx="3">
            <a:schemeClr val="lt1"/>
          </a:lnRef>
          <a:fillRef idx="1">
            <a:schemeClr val="accent5"/>
          </a:fillRef>
          <a:effectRef idx="1">
            <a:schemeClr val="accent5"/>
          </a:effectRef>
          <a:fontRef idx="minor">
            <a:schemeClr val="lt1"/>
          </a:fontRef>
        </p:style>
        <p:txBody>
          <a:bodyPr lIns="91440" tIns="45720" rIns="91440" bIns="45720" anchor="b">
            <a:noAutofit/>
          </a:bodyPr>
          <a:lstStyle>
            <a:lvl1pPr marL="0" indent="0" algn="l">
              <a:spcBef>
                <a:spcPts val="0"/>
              </a:spcBef>
              <a:buNone/>
              <a:defRPr sz="2600" b="1">
                <a:solidFill>
                  <a:schemeClr val="tx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32" name="Content Placeholder 31"/>
          <p:cNvSpPr>
            <a:spLocks noGrp="1"/>
          </p:cNvSpPr>
          <p:nvPr>
            <p:ph sz="half" idx="2"/>
          </p:nvPr>
        </p:nvSpPr>
        <p:spPr>
          <a:xfrm>
            <a:off x="457200" y="2201896"/>
            <a:ext cx="4038600" cy="3913632"/>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34" name="Content Placeholder 33"/>
          <p:cNvSpPr>
            <a:spLocks noGrp="1"/>
          </p:cNvSpPr>
          <p:nvPr>
            <p:ph sz="quarter" idx="4"/>
          </p:nvPr>
        </p:nvSpPr>
        <p:spPr>
          <a:xfrm>
            <a:off x="4649788" y="2201896"/>
            <a:ext cx="4038600" cy="3913632"/>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 name="Title 1"/>
          <p:cNvSpPr>
            <a:spLocks noGrp="1"/>
          </p:cNvSpPr>
          <p:nvPr>
            <p:ph type="title"/>
          </p:nvPr>
        </p:nvSpPr>
        <p:spPr>
          <a:xfrm>
            <a:off x="457200" y="155448"/>
            <a:ext cx="8229600" cy="1143000"/>
          </a:xfrm>
        </p:spPr>
        <p:txBody>
          <a:bodyPr anchor="b" anchorCtr="0"/>
          <a:lstStyle>
            <a:lvl1pPr>
              <a:defRPr/>
            </a:lvl1pPr>
          </a:lstStyle>
          <a:p>
            <a:r>
              <a:rPr kumimoji="0" lang="en-US" smtClean="0"/>
              <a:t>Click to edit Master title style</a:t>
            </a:r>
            <a:endParaRPr kumimoji="0" lang="en-US"/>
          </a:p>
        </p:txBody>
      </p:sp>
      <p:sp>
        <p:nvSpPr>
          <p:cNvPr id="12" name="Text Placeholder 11"/>
          <p:cNvSpPr>
            <a:spLocks noGrp="1"/>
          </p:cNvSpPr>
          <p:nvPr>
            <p:ph type="body" idx="3"/>
          </p:nvPr>
        </p:nvSpPr>
        <p:spPr>
          <a:xfrm>
            <a:off x="4648200" y="1399593"/>
            <a:ext cx="4040188" cy="762000"/>
          </a:xfrm>
          <a:noFill/>
          <a:ln w="25400" cap="rnd" cmpd="sng" algn="ctr">
            <a:noFill/>
            <a:prstDash val="solid"/>
          </a:ln>
          <a:effectLst>
            <a:softEdge rad="63500"/>
          </a:effectLst>
        </p:spPr>
        <p:style>
          <a:lnRef idx="3">
            <a:schemeClr val="lt1"/>
          </a:lnRef>
          <a:fillRef idx="1">
            <a:schemeClr val="accent5"/>
          </a:fillRef>
          <a:effectRef idx="1">
            <a:schemeClr val="accent5"/>
          </a:effectRef>
          <a:fontRef idx="minor">
            <a:schemeClr val="lt1"/>
          </a:fontRef>
        </p:style>
        <p:txBody>
          <a:bodyPr lIns="91440" tIns="45720" rIns="91440" bIns="45720" anchor="b">
            <a:noAutofit/>
          </a:bodyPr>
          <a:lstStyle>
            <a:lvl1pPr marL="0" indent="0" algn="l">
              <a:spcBef>
                <a:spcPts val="0"/>
              </a:spcBef>
              <a:buNone/>
              <a:defRPr sz="2600" b="1" baseline="0">
                <a:solidFill>
                  <a:schemeClr val="tx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cxnSp>
        <p:nvCxnSpPr>
          <p:cNvPr id="10" name="Straight Connector 9"/>
          <p:cNvCxnSpPr/>
          <p:nvPr/>
        </p:nvCxnSpPr>
        <p:spPr>
          <a:xfrm>
            <a:off x="562945" y="2180219"/>
            <a:ext cx="3749040" cy="1588"/>
          </a:xfrm>
          <a:prstGeom prst="line">
            <a:avLst/>
          </a:prstGeom>
          <a:noFill/>
          <a:ln w="12700" cap="flat" cmpd="sng" algn="ctr">
            <a:solidFill>
              <a:schemeClr val="bg2">
                <a:tint val="20000"/>
              </a:schemeClr>
            </a:solidFill>
            <a:prstDash val="solid"/>
          </a:ln>
          <a:effectLst>
            <a:outerShdw blurRad="34925" dir="2700000" algn="tl" rotWithShape="0">
              <a:srgbClr val="000000">
                <a:alpha val="55000"/>
              </a:srgbClr>
            </a:outerShdw>
          </a:effectLst>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4754880" y="2180219"/>
            <a:ext cx="3749040" cy="1588"/>
          </a:xfrm>
          <a:prstGeom prst="line">
            <a:avLst/>
          </a:prstGeom>
          <a:noFill/>
          <a:ln w="12700" cap="flat" cmpd="sng" algn="ctr">
            <a:solidFill>
              <a:schemeClr val="bg2">
                <a:tint val="20000"/>
              </a:schemeClr>
            </a:solidFill>
            <a:prstDash val="solid"/>
          </a:ln>
          <a:effectLst>
            <a:outerShdw blurRad="34925" dir="2700000" algn="tl" rotWithShape="0">
              <a:srgbClr val="000000">
                <a:alpha val="55000"/>
              </a:srgbClr>
            </a:outerShdw>
          </a:effectLst>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1D8BD707-D9CF-40AE-B4C6-C98DA3205C09}" type="datetimeFigureOut">
              <a:rPr lang="en-US" smtClean="0"/>
              <a:pPr/>
              <a:t>12/2/2025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
        <p:nvSpPr>
          <p:cNvPr id="2" name="Title 1"/>
          <p:cNvSpPr>
            <a:spLocks noGrp="1"/>
          </p:cNvSpPr>
          <p:nvPr>
            <p:ph type="title"/>
          </p:nvPr>
        </p:nvSpPr>
        <p:spPr/>
        <p:txBody>
          <a:bodyPr/>
          <a:lstStyle/>
          <a:p>
            <a:r>
              <a:rPr kumimoji="0" lang="en-US" smtClean="0"/>
              <a:t>Click to edit Master title style</a:t>
            </a:r>
            <a:endParaRPr kumimoji="0"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9" name="Content Placeholder 28"/>
          <p:cNvSpPr>
            <a:spLocks noGrp="1"/>
          </p:cNvSpPr>
          <p:nvPr>
            <p:ph sz="quarter" idx="1"/>
          </p:nvPr>
        </p:nvSpPr>
        <p:spPr>
          <a:xfrm>
            <a:off x="457200" y="457200"/>
            <a:ext cx="6248400" cy="5715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3" name="Text Placeholder 2"/>
          <p:cNvSpPr>
            <a:spLocks noGrp="1"/>
          </p:cNvSpPr>
          <p:nvPr>
            <p:ph type="body" idx="2"/>
          </p:nvPr>
        </p:nvSpPr>
        <p:spPr>
          <a:xfrm>
            <a:off x="6781800" y="1600200"/>
            <a:ext cx="1984248" cy="3733800"/>
          </a:xfrm>
        </p:spPr>
        <p:txBody>
          <a:bodyPr tIns="45720" bIns="45720" anchor="t" anchorCtr="0"/>
          <a:lstStyle>
            <a:lvl1pPr marL="0" indent="0">
              <a:lnSpc>
                <a:spcPct val="1250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31" name="Title 30"/>
          <p:cNvSpPr>
            <a:spLocks noGrp="1"/>
          </p:cNvSpPr>
          <p:nvPr>
            <p:ph type="title"/>
          </p:nvPr>
        </p:nvSpPr>
        <p:spPr>
          <a:xfrm>
            <a:off x="6781800" y="457200"/>
            <a:ext cx="1981200" cy="1066800"/>
          </a:xfrm>
        </p:spPr>
        <p:txBody>
          <a:bodyPr lIns="91440" tIns="91440" anchor="b" anchorCtr="0"/>
          <a:lstStyle>
            <a:lvl1pPr algn="l">
              <a:buNone/>
              <a:defRPr sz="1800" b="1" spc="-50" baseline="0">
                <a:ln w="3175">
                  <a:noFill/>
                </a:ln>
                <a:solidFill>
                  <a:schemeClr val="tx2"/>
                </a:solidFill>
                <a:effectLst/>
                <a:latin typeface="+mn-lt"/>
                <a:ea typeface="+mn-ea"/>
                <a:cs typeface="+mn-cs"/>
              </a:defRPr>
            </a:lvl1pPr>
          </a:lstStyle>
          <a:p>
            <a:r>
              <a:rPr kumimoji="0" lang="en-US" smtClean="0"/>
              <a:t>Click to edit Master title style</a:t>
            </a:r>
            <a:endParaRPr kumimoji="0" lang="en-US"/>
          </a:p>
        </p:txBody>
      </p:sp>
      <p:sp>
        <p:nvSpPr>
          <p:cNvPr id="8" name="Date Placeholder 7"/>
          <p:cNvSpPr>
            <a:spLocks noGrp="1"/>
          </p:cNvSpPr>
          <p:nvPr>
            <p:ph type="dt" sz="half" idx="14"/>
          </p:nvPr>
        </p:nvSpPr>
        <p:spPr/>
        <p:txBody>
          <a:bodyPr/>
          <a:lstStyle/>
          <a:p>
            <a:fld id="{1D8BD707-D9CF-40AE-B4C6-C98DA3205C09}" type="datetimeFigureOut">
              <a:rPr lang="en-US" smtClean="0"/>
              <a:pPr/>
              <a:t>12/2/2025</a:t>
            </a:fld>
            <a:endParaRPr lang="en-US"/>
          </a:p>
        </p:txBody>
      </p:sp>
      <p:sp>
        <p:nvSpPr>
          <p:cNvPr id="9" name="Slide Number Placeholder 8"/>
          <p:cNvSpPr>
            <a:spLocks noGrp="1"/>
          </p:cNvSpPr>
          <p:nvPr>
            <p:ph type="sldNum" sz="quarter" idx="15"/>
          </p:nvPr>
        </p:nvSpPr>
        <p:spPr/>
        <p:txBody>
          <a:bodyPr/>
          <a:lstStyle/>
          <a:p>
            <a:fld id="{B6F15528-21DE-4FAA-801E-634DDDAF4B2B}" type="slidenum">
              <a:rPr lang="en-US" smtClean="0"/>
              <a:pPr/>
              <a:t>‹#›</a:t>
            </a:fld>
            <a:endParaRPr lang="en-US"/>
          </a:p>
        </p:txBody>
      </p:sp>
      <p:sp>
        <p:nvSpPr>
          <p:cNvPr id="10" name="Footer Placeholder 9"/>
          <p:cNvSpPr>
            <a:spLocks noGrp="1"/>
          </p:cNvSpPr>
          <p:nvPr>
            <p:ph type="ftr" sz="quarter" idx="16"/>
          </p:nvPr>
        </p:nvSpPr>
        <p:spPr/>
        <p:txBody>
          <a:bodyPr/>
          <a:lstStyle/>
          <a:p>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629400" y="457200"/>
            <a:ext cx="2057400" cy="1066800"/>
          </a:xfrm>
        </p:spPr>
        <p:txBody>
          <a:bodyPr lIns="91440" tIns="91440" anchor="b" anchorCtr="0"/>
          <a:lstStyle>
            <a:lvl1pPr algn="l">
              <a:buNone/>
              <a:defRPr sz="1800" b="1" spc="-50" baseline="0">
                <a:ln w="3175">
                  <a:noFill/>
                </a:ln>
                <a:solidFill>
                  <a:schemeClr val="tx2"/>
                </a:solidFill>
                <a:effectLst/>
                <a:latin typeface="+mn-lt"/>
                <a:ea typeface="+mn-ea"/>
                <a:cs typeface="+mn-cs"/>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457200" y="457200"/>
            <a:ext cx="6019800" cy="5562600"/>
          </a:xfrm>
          <a:solidFill>
            <a:schemeClr val="tx2">
              <a:tint val="40000"/>
            </a:schemeClr>
          </a:solidFill>
          <a:effectLst>
            <a:outerShdw blurRad="88900" sx="103000" sy="103000" algn="ctr" rotWithShape="0">
              <a:prstClr val="black">
                <a:alpha val="32000"/>
              </a:prstClr>
            </a:outerShdw>
            <a:softEdge rad="127000"/>
          </a:effectLst>
        </p:spPr>
        <p:txBody>
          <a:bodyPr/>
          <a:lstStyle>
            <a:lvl1pPr marL="0" indent="0">
              <a:buNone/>
              <a:defRPr sz="3200">
                <a:solidFill>
                  <a:schemeClr val="bg1"/>
                </a:solidFill>
              </a:defRPr>
            </a:lvl1pPr>
          </a:lstStyle>
          <a:p>
            <a:r>
              <a:rPr kumimoji="0" lang="en-US" smtClean="0"/>
              <a:t>Click icon to add picture</a:t>
            </a:r>
            <a:endParaRPr kumimoji="0" lang="en-US"/>
          </a:p>
        </p:txBody>
      </p:sp>
      <p:sp>
        <p:nvSpPr>
          <p:cNvPr id="4" name="Text Placeholder 3"/>
          <p:cNvSpPr>
            <a:spLocks noGrp="1"/>
          </p:cNvSpPr>
          <p:nvPr>
            <p:ph type="body" sz="half" idx="2"/>
          </p:nvPr>
        </p:nvSpPr>
        <p:spPr>
          <a:xfrm>
            <a:off x="6629400" y="1600200"/>
            <a:ext cx="2057400" cy="4419600"/>
          </a:xfrm>
        </p:spPr>
        <p:txBody>
          <a:bodyPr anchor="t" anchorCtr="0"/>
          <a:lstStyle>
            <a:lvl1pPr marL="0" indent="0">
              <a:lnSpc>
                <a:spcPct val="125000"/>
              </a:lnSpc>
              <a:spcAft>
                <a:spcPts val="1000"/>
              </a:spcAft>
              <a:buFontTx/>
              <a:buNone/>
              <a:defRPr sz="1600" b="0">
                <a:solidFill>
                  <a:schemeClr val="tx2"/>
                </a:solidFill>
              </a:defRPr>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8" name="Date Placeholder 7"/>
          <p:cNvSpPr>
            <a:spLocks noGrp="1"/>
          </p:cNvSpPr>
          <p:nvPr>
            <p:ph type="dt" sz="half" idx="10"/>
          </p:nvPr>
        </p:nvSpPr>
        <p:spPr/>
        <p:txBody>
          <a:bodyPr/>
          <a:lstStyle/>
          <a:p>
            <a:fld id="{1D8BD707-D9CF-40AE-B4C6-C98DA3205C09}" type="datetimeFigureOut">
              <a:rPr lang="en-US" smtClean="0"/>
              <a:pPr/>
              <a:t>12/2/2025</a:t>
            </a:fld>
            <a:endParaRPr lang="en-US"/>
          </a:p>
        </p:txBody>
      </p:sp>
      <p:sp>
        <p:nvSpPr>
          <p:cNvPr id="9" name="Slide Number Placeholder 8"/>
          <p:cNvSpPr>
            <a:spLocks noGrp="1"/>
          </p:cNvSpPr>
          <p:nvPr>
            <p:ph type="sldNum" sz="quarter" idx="11"/>
          </p:nvPr>
        </p:nvSpPr>
        <p:spPr/>
        <p:txBody>
          <a:bodyPr/>
          <a:lstStyle/>
          <a:p>
            <a:fld id="{B6F15528-21DE-4FAA-801E-634DDDAF4B2B}" type="slidenum">
              <a:rPr lang="en-US" smtClean="0"/>
              <a:pPr/>
              <a:t>‹#›</a:t>
            </a:fld>
            <a:endParaRPr lang="en-US"/>
          </a:p>
        </p:txBody>
      </p:sp>
      <p:sp>
        <p:nvSpPr>
          <p:cNvPr id="10" name="Footer Placeholder 9"/>
          <p:cNvSpPr>
            <a:spLocks noGrp="1"/>
          </p:cNvSpPr>
          <p:nvPr>
            <p:ph type="ftr" sz="quarter" idx="12"/>
          </p:nvPr>
        </p:nvSpPr>
        <p:spPr/>
        <p:txBody>
          <a:bodyPr/>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9" name="Text Placeholder 8"/>
          <p:cNvSpPr>
            <a:spLocks noGrp="1"/>
          </p:cNvSpPr>
          <p:nvPr>
            <p:ph type="body" idx="1"/>
          </p:nvPr>
        </p:nvSpPr>
        <p:spPr>
          <a:xfrm>
            <a:off x="457200" y="1447800"/>
            <a:ext cx="8229600" cy="4678363"/>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24" name="Date Placeholder 23"/>
          <p:cNvSpPr>
            <a:spLocks noGrp="1"/>
          </p:cNvSpPr>
          <p:nvPr>
            <p:ph type="dt" sz="half" idx="2"/>
          </p:nvPr>
        </p:nvSpPr>
        <p:spPr>
          <a:xfrm>
            <a:off x="5791200" y="6203667"/>
            <a:ext cx="2590800" cy="384048"/>
          </a:xfrm>
          <a:prstGeom prst="rect">
            <a:avLst/>
          </a:prstGeom>
        </p:spPr>
        <p:txBody>
          <a:bodyPr vert="horz" anchor="ctr" anchorCtr="0"/>
          <a:lstStyle>
            <a:lvl1pPr algn="l" eaLnBrk="1" latinLnBrk="0" hangingPunct="1">
              <a:defRPr kumimoji="0" sz="1200">
                <a:solidFill>
                  <a:schemeClr val="tx2"/>
                </a:solidFill>
              </a:defRPr>
            </a:lvl1pPr>
          </a:lstStyle>
          <a:p>
            <a:fld id="{1D8BD707-D9CF-40AE-B4C6-C98DA3205C09}" type="datetimeFigureOut">
              <a:rPr lang="en-US" smtClean="0"/>
              <a:pPr/>
              <a:t>12/2/2025</a:t>
            </a:fld>
            <a:endParaRPr lang="en-US"/>
          </a:p>
        </p:txBody>
      </p:sp>
      <p:sp>
        <p:nvSpPr>
          <p:cNvPr id="10" name="Footer Placeholder 9"/>
          <p:cNvSpPr>
            <a:spLocks noGrp="1"/>
          </p:cNvSpPr>
          <p:nvPr>
            <p:ph type="ftr" sz="quarter" idx="3"/>
          </p:nvPr>
        </p:nvSpPr>
        <p:spPr>
          <a:xfrm>
            <a:off x="2133600" y="6203667"/>
            <a:ext cx="3581400" cy="384048"/>
          </a:xfrm>
          <a:prstGeom prst="rect">
            <a:avLst/>
          </a:prstGeom>
        </p:spPr>
        <p:txBody>
          <a:bodyPr vert="horz" anchor="ctr" anchorCtr="0"/>
          <a:lstStyle>
            <a:lvl1pPr algn="r" eaLnBrk="1" latinLnBrk="0" hangingPunct="1">
              <a:defRPr kumimoji="0" sz="1200">
                <a:solidFill>
                  <a:schemeClr val="tx2"/>
                </a:solidFill>
              </a:defRPr>
            </a:lvl1pPr>
          </a:lstStyle>
          <a:p>
            <a:endParaRPr lang="en-US"/>
          </a:p>
        </p:txBody>
      </p:sp>
      <p:sp>
        <p:nvSpPr>
          <p:cNvPr id="22" name="Slide Number Placeholder 21"/>
          <p:cNvSpPr>
            <a:spLocks noGrp="1"/>
          </p:cNvSpPr>
          <p:nvPr>
            <p:ph type="sldNum" sz="quarter" idx="4"/>
          </p:nvPr>
        </p:nvSpPr>
        <p:spPr>
          <a:xfrm>
            <a:off x="8410575" y="6181531"/>
            <a:ext cx="609600" cy="457200"/>
          </a:xfrm>
          <a:prstGeom prst="rect">
            <a:avLst/>
          </a:prstGeom>
          <a:noFill/>
        </p:spPr>
        <p:txBody>
          <a:bodyPr vert="horz" lIns="0" tIns="0" rIns="0" bIns="0" anchor="ctr" anchorCtr="0">
            <a:noAutofit/>
          </a:bodyPr>
          <a:lstStyle>
            <a:lvl1pPr algn="ctr" eaLnBrk="1" latinLnBrk="0" hangingPunct="1">
              <a:defRPr kumimoji="0" sz="1600" baseline="0">
                <a:solidFill>
                  <a:schemeClr val="tx2"/>
                </a:solidFill>
              </a:defRPr>
            </a:lvl1pPr>
          </a:lstStyle>
          <a:p>
            <a:fld id="{B6F15528-21DE-4FAA-801E-634DDDAF4B2B}" type="slidenum">
              <a:rPr lang="en-US" smtClean="0"/>
              <a:pPr/>
              <a:t>‹#›</a:t>
            </a:fld>
            <a:endParaRPr lang="en-US"/>
          </a:p>
        </p:txBody>
      </p:sp>
      <p:sp>
        <p:nvSpPr>
          <p:cNvPr id="5" name="Title Placeholder 4"/>
          <p:cNvSpPr>
            <a:spLocks noGrp="1"/>
          </p:cNvSpPr>
          <p:nvPr>
            <p:ph type="title"/>
          </p:nvPr>
        </p:nvSpPr>
        <p:spPr>
          <a:xfrm>
            <a:off x="457200" y="152400"/>
            <a:ext cx="8229600" cy="1219200"/>
          </a:xfrm>
          <a:prstGeom prst="rect">
            <a:avLst/>
          </a:prstGeom>
          <a:ln w="6350" cap="rnd">
            <a:noFill/>
          </a:ln>
        </p:spPr>
        <p:txBody>
          <a:bodyPr vert="horz" anchor="b" anchorCtr="0">
            <a:normAutofit/>
          </a:bodyPr>
          <a:lstStyle/>
          <a:p>
            <a:r>
              <a:rPr kumimoji="0" lang="en-US" smtClean="0"/>
              <a:t>Click to edit Master title style</a:t>
            </a:r>
            <a:endParaRPr kumimoji="0" lang="en-US"/>
          </a:p>
        </p:txBody>
      </p:sp>
    </p:spTree>
  </p:cSld>
  <p:clrMap bg1="dk1" tx1="lt1" bg2="dk2" tx2="lt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l" rtl="0" eaLnBrk="1" latinLnBrk="0" hangingPunct="1">
        <a:spcBef>
          <a:spcPct val="0"/>
        </a:spcBef>
        <a:buNone/>
        <a:defRPr kumimoji="0" lang="en-US" sz="4200" b="0" kern="1200" spc="-100" baseline="0" dirty="0">
          <a:ln w="3200">
            <a:solidFill>
              <a:schemeClr val="bg2">
                <a:shade val="75000"/>
                <a:alpha val="25000"/>
              </a:schemeClr>
            </a:solidFill>
            <a:prstDash val="solid"/>
            <a:round/>
          </a:ln>
          <a:solidFill>
            <a:srgbClr val="F9F9F9"/>
          </a:solidFill>
          <a:effectLst>
            <a:innerShdw blurRad="50800" dist="25400" dir="13500000">
              <a:prstClr val="black">
                <a:alpha val="70000"/>
              </a:prstClr>
            </a:innerShdw>
          </a:effectLst>
          <a:latin typeface="+mj-lt"/>
          <a:ea typeface="+mj-ea"/>
          <a:cs typeface="+mj-cs"/>
        </a:defRPr>
      </a:lvl1pPr>
    </p:titleStyle>
    <p:bodyStyle>
      <a:lvl1pPr marL="274320" indent="-274320" algn="l" rtl="0" eaLnBrk="1" latinLnBrk="0" hangingPunct="1">
        <a:spcBef>
          <a:spcPts val="600"/>
        </a:spcBef>
        <a:buClr>
          <a:schemeClr val="accent2"/>
        </a:buClr>
        <a:buSzPct val="85000"/>
        <a:buFont typeface="Wingdings 2"/>
        <a:buChar char=""/>
        <a:defRPr kumimoji="0" sz="2600" kern="1200">
          <a:solidFill>
            <a:schemeClr val="tx1"/>
          </a:solidFill>
          <a:latin typeface="+mn-lt"/>
          <a:ea typeface="+mn-ea"/>
          <a:cs typeface="+mn-cs"/>
        </a:defRPr>
      </a:lvl1pPr>
      <a:lvl2pPr marL="640080" indent="-274320" algn="l" rtl="0" eaLnBrk="1" latinLnBrk="0" hangingPunct="1">
        <a:spcBef>
          <a:spcPts val="300"/>
        </a:spcBef>
        <a:buClr>
          <a:schemeClr val="accent2">
            <a:shade val="75000"/>
          </a:schemeClr>
        </a:buClr>
        <a:buSzPct val="85000"/>
        <a:buFont typeface="Wingdings 2"/>
        <a:buChar char=""/>
        <a:defRPr kumimoji="0" sz="2400" kern="1200">
          <a:solidFill>
            <a:schemeClr val="tx2"/>
          </a:solidFill>
          <a:latin typeface="+mn-lt"/>
          <a:ea typeface="+mn-ea"/>
          <a:cs typeface="+mn-cs"/>
        </a:defRPr>
      </a:lvl2pPr>
      <a:lvl3pPr marL="1005840" indent="-228600" algn="l" rtl="0" eaLnBrk="1" latinLnBrk="0" hangingPunct="1">
        <a:spcBef>
          <a:spcPts val="300"/>
        </a:spcBef>
        <a:buClr>
          <a:schemeClr val="accent2">
            <a:shade val="50000"/>
          </a:schemeClr>
        </a:buClr>
        <a:buSzPct val="85000"/>
        <a:buFont typeface="Wingdings 2"/>
        <a:buChar char=""/>
        <a:defRPr kumimoji="0" sz="2100" kern="1200">
          <a:solidFill>
            <a:schemeClr val="tx1"/>
          </a:solidFill>
          <a:latin typeface="+mn-lt"/>
          <a:ea typeface="+mn-ea"/>
          <a:cs typeface="+mn-cs"/>
        </a:defRPr>
      </a:lvl3pPr>
      <a:lvl4pPr marL="1280160" indent="-228600" algn="l" rtl="0" eaLnBrk="1" latinLnBrk="0" hangingPunct="1">
        <a:spcBef>
          <a:spcPts val="300"/>
        </a:spcBef>
        <a:buClr>
          <a:schemeClr val="accent2">
            <a:shade val="75000"/>
          </a:schemeClr>
        </a:buClr>
        <a:buSzPct val="85000"/>
        <a:buFont typeface="Wingdings 2" pitchFamily="18" charset="2"/>
        <a:buChar char=""/>
        <a:defRPr kumimoji="0" sz="1900" kern="1200">
          <a:solidFill>
            <a:schemeClr val="tx1"/>
          </a:solidFill>
          <a:latin typeface="+mn-lt"/>
          <a:ea typeface="+mn-ea"/>
          <a:cs typeface="+mn-cs"/>
        </a:defRPr>
      </a:lvl4pPr>
      <a:lvl5pPr marL="1554480" indent="-228600" algn="l" rtl="0" eaLnBrk="1" latinLnBrk="0" hangingPunct="1">
        <a:spcBef>
          <a:spcPts val="340"/>
        </a:spcBef>
        <a:buClr>
          <a:schemeClr val="accent2">
            <a:shade val="75000"/>
          </a:schemeClr>
        </a:buClr>
        <a:buSzPct val="85000"/>
        <a:buFont typeface="Wingdings 2" pitchFamily="18" charset="2"/>
        <a:buChar char=""/>
        <a:defRPr kumimoji="0" sz="1600" kern="1200">
          <a:solidFill>
            <a:schemeClr val="tx1"/>
          </a:solidFill>
          <a:latin typeface="+mn-lt"/>
          <a:ea typeface="+mn-ea"/>
          <a:cs typeface="+mn-cs"/>
        </a:defRPr>
      </a:lvl5pPr>
      <a:lvl6pPr marL="1828800" indent="-228600" algn="l" rtl="0" eaLnBrk="1" latinLnBrk="0" hangingPunct="1">
        <a:spcBef>
          <a:spcPts val="340"/>
        </a:spcBef>
        <a:buClr>
          <a:schemeClr val="accent2">
            <a:shade val="75000"/>
          </a:schemeClr>
        </a:buClr>
        <a:buSzPct val="85000"/>
        <a:buFont typeface="Wingdings 2" pitchFamily="18" charset="2"/>
        <a:buChar char="?"/>
        <a:defRPr kumimoji="0" sz="1700" kern="1200">
          <a:solidFill>
            <a:schemeClr val="tx1"/>
          </a:solidFill>
          <a:latin typeface="+mn-lt"/>
          <a:ea typeface="+mn-ea"/>
          <a:cs typeface="+mn-cs"/>
        </a:defRPr>
      </a:lvl6pPr>
      <a:lvl7pPr marL="2011680" indent="-182880" algn="l" rtl="0" eaLnBrk="1" latinLnBrk="0" hangingPunct="1">
        <a:spcBef>
          <a:spcPts val="340"/>
        </a:spcBef>
        <a:buClr>
          <a:schemeClr val="accent2">
            <a:shade val="75000"/>
          </a:schemeClr>
        </a:buClr>
        <a:buSzPct val="85000"/>
        <a:buFont typeface="Wingdings 2" pitchFamily="18" charset="2"/>
        <a:buChar char="?"/>
        <a:defRPr kumimoji="0" sz="1600" kern="1200" baseline="0">
          <a:solidFill>
            <a:schemeClr val="tx1"/>
          </a:solidFill>
          <a:latin typeface="+mn-lt"/>
          <a:ea typeface="+mn-ea"/>
          <a:cs typeface="+mn-cs"/>
        </a:defRPr>
      </a:lvl7pPr>
      <a:lvl8pPr marL="2286000" indent="-182880" algn="l" rtl="0" eaLnBrk="1" latinLnBrk="0" hangingPunct="1">
        <a:spcBef>
          <a:spcPts val="340"/>
        </a:spcBef>
        <a:buClr>
          <a:schemeClr val="accent2">
            <a:shade val="75000"/>
          </a:schemeClr>
        </a:buClr>
        <a:buSzPct val="85000"/>
        <a:buFont typeface="Wingdings 2" pitchFamily="18" charset="2"/>
        <a:buChar char="?"/>
        <a:defRPr kumimoji="0" sz="1500" kern="1200">
          <a:solidFill>
            <a:schemeClr val="tx1"/>
          </a:solidFill>
          <a:latin typeface="+mn-lt"/>
          <a:ea typeface="+mn-ea"/>
          <a:cs typeface="+mn-cs"/>
        </a:defRPr>
      </a:lvl8pPr>
      <a:lvl9pPr marL="2560320" indent="-182880" algn="l" rtl="0" eaLnBrk="1" latinLnBrk="0" hangingPunct="1">
        <a:spcBef>
          <a:spcPts val="340"/>
        </a:spcBef>
        <a:buClr>
          <a:schemeClr val="accent2">
            <a:shade val="75000"/>
          </a:schemeClr>
        </a:buClr>
        <a:buSzPct val="85000"/>
        <a:buFont typeface="Wingdings 2" pitchFamily="18" charset="2"/>
        <a:buChar char="?"/>
        <a:defRPr kumimoji="0" sz="15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r>
              <a:rPr lang="en-US" dirty="0" smtClean="0"/>
              <a:t>Organizational structure</a:t>
            </a:r>
            <a:endParaRPr lang="en-US" dirty="0"/>
          </a:p>
        </p:txBody>
      </p:sp>
      <p:sp>
        <p:nvSpPr>
          <p:cNvPr id="2" name="Title 1"/>
          <p:cNvSpPr>
            <a:spLocks noGrp="1"/>
          </p:cNvSpPr>
          <p:nvPr>
            <p:ph type="ctrTitle"/>
          </p:nvPr>
        </p:nvSpPr>
        <p:spPr/>
        <p:txBody>
          <a:bodyPr/>
          <a:lstStyle/>
          <a:p>
            <a:r>
              <a:rPr lang="en-US" dirty="0" smtClean="0"/>
              <a:t>Chapter (9)</a:t>
            </a:r>
            <a:endParaRPr lang="en-US" dirty="0"/>
          </a:p>
        </p:txBody>
      </p:sp>
    </p:spTree>
    <p:extLst>
      <p:ext uri="{BB962C8B-B14F-4D97-AF65-F5344CB8AC3E}">
        <p14:creationId xmlns:p14="http://schemas.microsoft.com/office/powerpoint/2010/main" val="11858112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295400"/>
            <a:ext cx="8229600" cy="5562600"/>
          </a:xfrm>
        </p:spPr>
        <p:txBody>
          <a:bodyPr>
            <a:normAutofit/>
          </a:bodyPr>
          <a:lstStyle/>
          <a:p>
            <a:pPr algn="just"/>
            <a:r>
              <a:rPr lang="en-US" dirty="0"/>
              <a:t>Structure refers to the relations between the components of an organized whole. </a:t>
            </a:r>
            <a:endParaRPr lang="en-US" dirty="0" smtClean="0"/>
          </a:p>
          <a:p>
            <a:pPr algn="just"/>
            <a:r>
              <a:rPr lang="en-US" dirty="0" smtClean="0"/>
              <a:t>Thus</a:t>
            </a:r>
            <a:r>
              <a:rPr lang="en-US" dirty="0"/>
              <a:t>, structure concept can be used for everything. For example, a building is a structure of the relationship between foundation, skeleton, ceiling and wall</a:t>
            </a:r>
            <a:r>
              <a:rPr lang="en-US" dirty="0" smtClean="0"/>
              <a:t>.</a:t>
            </a:r>
          </a:p>
          <a:p>
            <a:pPr algn="just"/>
            <a:r>
              <a:rPr lang="en-US" dirty="0" smtClean="0"/>
              <a:t>The </a:t>
            </a:r>
            <a:r>
              <a:rPr lang="en-US" dirty="0"/>
              <a:t>body of human being is a structure consists of the relations between bones, organs, blood and </a:t>
            </a:r>
            <a:r>
              <a:rPr lang="en-US" dirty="0" smtClean="0"/>
              <a:t>tissues</a:t>
            </a:r>
            <a:r>
              <a:rPr lang="en-US" dirty="0" smtClean="0"/>
              <a:t>.</a:t>
            </a:r>
            <a:endParaRPr lang="en-US" dirty="0" smtClean="0"/>
          </a:p>
        </p:txBody>
      </p:sp>
      <p:sp>
        <p:nvSpPr>
          <p:cNvPr id="3" name="Title 2"/>
          <p:cNvSpPr>
            <a:spLocks noGrp="1"/>
          </p:cNvSpPr>
          <p:nvPr>
            <p:ph type="title"/>
          </p:nvPr>
        </p:nvSpPr>
        <p:spPr/>
        <p:txBody>
          <a:bodyPr/>
          <a:lstStyle/>
          <a:p>
            <a:r>
              <a:rPr lang="en-US" dirty="0" smtClean="0"/>
              <a:t>Overview </a:t>
            </a:r>
            <a:endParaRPr lang="en-US" dirty="0"/>
          </a:p>
        </p:txBody>
      </p:sp>
    </p:spTree>
    <p:extLst>
      <p:ext uri="{BB962C8B-B14F-4D97-AF65-F5344CB8AC3E}">
        <p14:creationId xmlns:p14="http://schemas.microsoft.com/office/powerpoint/2010/main" val="33697921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pPr algn="just"/>
            <a:r>
              <a:rPr lang="en-US" dirty="0"/>
              <a:t>Organizational structure is the framework of the relations on jobs, systems, operating process, people and groups making efforts to achieve the goals. </a:t>
            </a:r>
          </a:p>
          <a:p>
            <a:pPr algn="just"/>
            <a:r>
              <a:rPr lang="en-US" dirty="0"/>
              <a:t>Organizational structure is a set of methods dividing the task to determined duties and coordinates them. </a:t>
            </a:r>
          </a:p>
          <a:p>
            <a:pPr algn="just"/>
            <a:r>
              <a:rPr lang="en-US" dirty="0"/>
              <a:t>Organizational structure is a method by which organizational activities are divided, organized and coordinated. </a:t>
            </a:r>
          </a:p>
          <a:p>
            <a:pPr algn="just"/>
            <a:r>
              <a:rPr lang="en-US" dirty="0"/>
              <a:t>The organizations create the structures to coordinate the activities of work factors and control the members’ actions</a:t>
            </a:r>
          </a:p>
          <a:p>
            <a:endParaRPr lang="en-US" dirty="0"/>
          </a:p>
        </p:txBody>
      </p:sp>
      <p:sp>
        <p:nvSpPr>
          <p:cNvPr id="3" name="Title 2"/>
          <p:cNvSpPr>
            <a:spLocks noGrp="1"/>
          </p:cNvSpPr>
          <p:nvPr>
            <p:ph type="title"/>
          </p:nvPr>
        </p:nvSpPr>
        <p:spPr/>
        <p:txBody>
          <a:bodyPr/>
          <a:lstStyle/>
          <a:p>
            <a:endParaRPr lang="en-US"/>
          </a:p>
        </p:txBody>
      </p:sp>
    </p:spTree>
    <p:extLst>
      <p:ext uri="{BB962C8B-B14F-4D97-AF65-F5344CB8AC3E}">
        <p14:creationId xmlns:p14="http://schemas.microsoft.com/office/powerpoint/2010/main" val="8340236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524000"/>
            <a:ext cx="8229600" cy="5105400"/>
          </a:xfrm>
        </p:spPr>
        <p:txBody>
          <a:bodyPr>
            <a:normAutofit/>
          </a:bodyPr>
          <a:lstStyle/>
          <a:p>
            <a:r>
              <a:rPr lang="en-US" dirty="0" smtClean="0"/>
              <a:t>Organizational </a:t>
            </a:r>
            <a:r>
              <a:rPr lang="en-US" dirty="0"/>
              <a:t>structure is the framework of the relations on jobs, systems, operating process, people and groups making efforts to achieve the goals. </a:t>
            </a:r>
            <a:endParaRPr lang="en-US" dirty="0" smtClean="0"/>
          </a:p>
          <a:p>
            <a:r>
              <a:rPr lang="en-US" dirty="0" smtClean="0"/>
              <a:t>Organizational </a:t>
            </a:r>
            <a:r>
              <a:rPr lang="en-US" dirty="0"/>
              <a:t>structure is a set of methods dividing the task to determined duties and coordinates them. </a:t>
            </a:r>
            <a:endParaRPr lang="en-US" dirty="0" smtClean="0"/>
          </a:p>
          <a:p>
            <a:r>
              <a:rPr lang="en-US" dirty="0" smtClean="0"/>
              <a:t>Structure </a:t>
            </a:r>
            <a:r>
              <a:rPr lang="en-US" dirty="0"/>
              <a:t>is not a coordination mechanism and it affects all organizational process. </a:t>
            </a:r>
            <a:endParaRPr lang="en-US" dirty="0" smtClean="0"/>
          </a:p>
          <a:p>
            <a:r>
              <a:rPr lang="en-US" dirty="0" smtClean="0"/>
              <a:t>Organizational </a:t>
            </a:r>
            <a:r>
              <a:rPr lang="en-US" dirty="0"/>
              <a:t>structure refers to the models of internal relations of organization, power and relations and reporting, formal communication channels, responsibility and decision making delegation is clarified. </a:t>
            </a:r>
            <a:endParaRPr lang="en-US" dirty="0" smtClean="0"/>
          </a:p>
        </p:txBody>
      </p:sp>
      <p:sp>
        <p:nvSpPr>
          <p:cNvPr id="3" name="Title 2"/>
          <p:cNvSpPr>
            <a:spLocks noGrp="1"/>
          </p:cNvSpPr>
          <p:nvPr>
            <p:ph type="title"/>
          </p:nvPr>
        </p:nvSpPr>
        <p:spPr/>
        <p:txBody>
          <a:bodyPr/>
          <a:lstStyle/>
          <a:p>
            <a:r>
              <a:rPr lang="en-US" dirty="0"/>
              <a:t>Organization structure definition</a:t>
            </a:r>
          </a:p>
        </p:txBody>
      </p:sp>
    </p:spTree>
    <p:extLst>
      <p:ext uri="{BB962C8B-B14F-4D97-AF65-F5344CB8AC3E}">
        <p14:creationId xmlns:p14="http://schemas.microsoft.com/office/powerpoint/2010/main" val="26138540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524000"/>
            <a:ext cx="8229600" cy="5029200"/>
          </a:xfrm>
        </p:spPr>
        <p:txBody>
          <a:bodyPr>
            <a:normAutofit fontScale="92500" lnSpcReduction="10000"/>
          </a:bodyPr>
          <a:lstStyle/>
          <a:p>
            <a:pPr algn="just"/>
            <a:r>
              <a:rPr lang="en-US" dirty="0" smtClean="0"/>
              <a:t>Organizational </a:t>
            </a:r>
            <a:r>
              <a:rPr lang="en-US" dirty="0"/>
              <a:t>structure is manifested in organizational chart. </a:t>
            </a:r>
            <a:endParaRPr lang="en-US" dirty="0" smtClean="0"/>
          </a:p>
          <a:p>
            <a:pPr algn="just"/>
            <a:r>
              <a:rPr lang="en-US" dirty="0" smtClean="0"/>
              <a:t>In </a:t>
            </a:r>
            <a:r>
              <a:rPr lang="en-US" dirty="0"/>
              <a:t>planning organizational structure, there are three principles: </a:t>
            </a:r>
            <a:endParaRPr lang="en-US" dirty="0" smtClean="0"/>
          </a:p>
          <a:p>
            <a:pPr marL="514350" indent="-244475" algn="just">
              <a:buFont typeface="+mj-lt"/>
              <a:buAutoNum type="arabicPeriod"/>
            </a:pPr>
            <a:r>
              <a:rPr lang="en-US" dirty="0" smtClean="0"/>
              <a:t>Organizational </a:t>
            </a:r>
            <a:r>
              <a:rPr lang="en-US" dirty="0"/>
              <a:t>structure determines formal relations and reporting in organization and it shows the number of levels in the hierarchy and it defines the span of the control of managers. </a:t>
            </a:r>
            <a:endParaRPr lang="en-US" dirty="0" smtClean="0"/>
          </a:p>
          <a:p>
            <a:pPr marL="514350" indent="-244475" algn="just">
              <a:buFont typeface="+mj-lt"/>
              <a:buAutoNum type="arabicPeriod"/>
            </a:pPr>
            <a:r>
              <a:rPr lang="en-US" dirty="0" smtClean="0"/>
              <a:t>Organizational </a:t>
            </a:r>
            <a:r>
              <a:rPr lang="en-US" dirty="0"/>
              <a:t>structure determines the position of people as working in group in a unit and it divides the units in the entire organization. </a:t>
            </a:r>
            <a:endParaRPr lang="en-US" dirty="0" smtClean="0"/>
          </a:p>
          <a:p>
            <a:pPr marL="514350" indent="-244475" algn="just">
              <a:buFont typeface="+mj-lt"/>
              <a:buAutoNum type="arabicPeriod"/>
            </a:pPr>
            <a:r>
              <a:rPr lang="en-US" dirty="0" smtClean="0"/>
              <a:t>Organizational </a:t>
            </a:r>
            <a:r>
              <a:rPr lang="en-US" dirty="0"/>
              <a:t>structure includes the design of systems by which all units are coordinated and effective relation in organization is guaranteed.</a:t>
            </a:r>
          </a:p>
        </p:txBody>
      </p:sp>
      <p:sp>
        <p:nvSpPr>
          <p:cNvPr id="3" name="Title 2"/>
          <p:cNvSpPr>
            <a:spLocks noGrp="1"/>
          </p:cNvSpPr>
          <p:nvPr>
            <p:ph type="title"/>
          </p:nvPr>
        </p:nvSpPr>
        <p:spPr/>
        <p:txBody>
          <a:bodyPr>
            <a:normAutofit fontScale="90000"/>
          </a:bodyPr>
          <a:lstStyle/>
          <a:p>
            <a:r>
              <a:rPr lang="en-US" dirty="0"/>
              <a:t>Dimensions of organizational structures</a:t>
            </a:r>
          </a:p>
        </p:txBody>
      </p:sp>
    </p:spTree>
    <p:extLst>
      <p:ext uri="{BB962C8B-B14F-4D97-AF65-F5344CB8AC3E}">
        <p14:creationId xmlns:p14="http://schemas.microsoft.com/office/powerpoint/2010/main" val="27136803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r>
              <a:rPr lang="en-US" dirty="0"/>
              <a:t>Dimensions of organizational structures</a:t>
            </a:r>
          </a:p>
        </p:txBody>
      </p:sp>
      <p:sp>
        <p:nvSpPr>
          <p:cNvPr id="4" name="Content Placeholder 3"/>
          <p:cNvSpPr>
            <a:spLocks noGrp="1"/>
          </p:cNvSpPr>
          <p:nvPr>
            <p:ph idx="1"/>
          </p:nvPr>
        </p:nvSpPr>
        <p:spPr>
          <a:xfrm>
            <a:off x="457200" y="1524000"/>
            <a:ext cx="8229600" cy="5334000"/>
          </a:xfrm>
        </p:spPr>
        <p:txBody>
          <a:bodyPr>
            <a:normAutofit/>
          </a:bodyPr>
          <a:lstStyle/>
          <a:p>
            <a:r>
              <a:rPr lang="en-US" dirty="0"/>
              <a:t>Content variables can be important as they show organization and the environment in which there are structural variables. </a:t>
            </a:r>
            <a:endParaRPr lang="en-US" dirty="0" smtClean="0"/>
          </a:p>
          <a:p>
            <a:r>
              <a:rPr lang="en-US" dirty="0" smtClean="0"/>
              <a:t>Structural </a:t>
            </a:r>
            <a:r>
              <a:rPr lang="en-US" dirty="0"/>
              <a:t>variables indicate internal features of an organization and present a basis by which the organizations can be measured and their structure features can be compared with each other. </a:t>
            </a:r>
            <a:endParaRPr lang="en-US" dirty="0" smtClean="0"/>
          </a:p>
          <a:p>
            <a:r>
              <a:rPr lang="en-US" dirty="0" smtClean="0"/>
              <a:t>The </a:t>
            </a:r>
            <a:r>
              <a:rPr lang="en-US" dirty="0"/>
              <a:t>content variables affect structural variables. Complexity, formality and centralization are important examples of content variables. </a:t>
            </a:r>
          </a:p>
        </p:txBody>
      </p:sp>
    </p:spTree>
    <p:extLst>
      <p:ext uri="{BB962C8B-B14F-4D97-AF65-F5344CB8AC3E}">
        <p14:creationId xmlns:p14="http://schemas.microsoft.com/office/powerpoint/2010/main" val="639966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524000"/>
            <a:ext cx="8229600" cy="4953000"/>
          </a:xfrm>
        </p:spPr>
        <p:txBody>
          <a:bodyPr>
            <a:normAutofit/>
          </a:bodyPr>
          <a:lstStyle/>
          <a:p>
            <a:pPr marL="0" indent="0">
              <a:buNone/>
            </a:pPr>
            <a:r>
              <a:rPr lang="en-US" dirty="0" smtClean="0"/>
              <a:t>The </a:t>
            </a:r>
            <a:r>
              <a:rPr lang="en-US" dirty="0"/>
              <a:t>organization theorists consider mostly two types of structures: </a:t>
            </a:r>
            <a:endParaRPr lang="en-US" dirty="0" smtClean="0"/>
          </a:p>
          <a:p>
            <a:pPr marL="0" indent="0">
              <a:buNone/>
            </a:pPr>
            <a:r>
              <a:rPr lang="en-US" u="sng" dirty="0" smtClean="0"/>
              <a:t>Physical structures</a:t>
            </a:r>
            <a:r>
              <a:rPr lang="en-US" u="sng" dirty="0"/>
              <a:t>. </a:t>
            </a:r>
            <a:endParaRPr lang="en-US" u="sng" dirty="0" smtClean="0"/>
          </a:p>
          <a:p>
            <a:r>
              <a:rPr lang="en-US" dirty="0" smtClean="0"/>
              <a:t>Physical </a:t>
            </a:r>
            <a:r>
              <a:rPr lang="en-US" dirty="0"/>
              <a:t>structure refers to the relations between physical elements of organizations as buildings and geographical places in which the works are done (business</a:t>
            </a:r>
            <a:r>
              <a:rPr lang="en-US" dirty="0" smtClean="0"/>
              <a:t>).</a:t>
            </a:r>
          </a:p>
          <a:p>
            <a:pPr marL="0" indent="0">
              <a:buNone/>
            </a:pPr>
            <a:r>
              <a:rPr lang="en-US" u="sng" dirty="0" smtClean="0"/>
              <a:t>Social Structures </a:t>
            </a:r>
            <a:endParaRPr lang="en-US" dirty="0" smtClean="0"/>
          </a:p>
          <a:p>
            <a:r>
              <a:rPr lang="en-US" dirty="0" smtClean="0"/>
              <a:t>Social </a:t>
            </a:r>
            <a:r>
              <a:rPr lang="en-US" dirty="0"/>
              <a:t>structure refers to the relations between social elements as people, positions and organizational units (e.g. departments and sectors).</a:t>
            </a:r>
          </a:p>
        </p:txBody>
      </p:sp>
      <p:sp>
        <p:nvSpPr>
          <p:cNvPr id="3" name="Title 2"/>
          <p:cNvSpPr>
            <a:spLocks noGrp="1"/>
          </p:cNvSpPr>
          <p:nvPr>
            <p:ph type="title"/>
          </p:nvPr>
        </p:nvSpPr>
        <p:spPr/>
        <p:txBody>
          <a:bodyPr>
            <a:normAutofit fontScale="90000"/>
          </a:bodyPr>
          <a:lstStyle/>
          <a:p>
            <a:r>
              <a:rPr lang="en-US" dirty="0"/>
              <a:t>Different types of organizational structures</a:t>
            </a:r>
          </a:p>
        </p:txBody>
      </p:sp>
    </p:spTree>
    <p:extLst>
      <p:ext uri="{BB962C8B-B14F-4D97-AF65-F5344CB8AC3E}">
        <p14:creationId xmlns:p14="http://schemas.microsoft.com/office/powerpoint/2010/main" val="30686195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524000"/>
            <a:ext cx="8229600" cy="5029200"/>
          </a:xfrm>
        </p:spPr>
        <p:txBody>
          <a:bodyPr>
            <a:normAutofit fontScale="92500"/>
          </a:bodyPr>
          <a:lstStyle/>
          <a:p>
            <a:pPr marL="0" indent="0" algn="just">
              <a:buNone/>
            </a:pPr>
            <a:r>
              <a:rPr lang="en-US" dirty="0" smtClean="0"/>
              <a:t>Structural </a:t>
            </a:r>
            <a:r>
              <a:rPr lang="en-US" dirty="0"/>
              <a:t>forms are divided into theoretical and practical. </a:t>
            </a:r>
            <a:endParaRPr lang="en-US" dirty="0" smtClean="0"/>
          </a:p>
          <a:p>
            <a:pPr marL="0" indent="0" algn="just">
              <a:buNone/>
            </a:pPr>
            <a:endParaRPr lang="en-US" dirty="0" smtClean="0"/>
          </a:p>
          <a:p>
            <a:pPr marL="0" indent="0" algn="just">
              <a:buNone/>
            </a:pPr>
            <a:r>
              <a:rPr lang="en-US" u="sng" dirty="0" smtClean="0"/>
              <a:t>Theoretical forms: </a:t>
            </a:r>
          </a:p>
          <a:p>
            <a:pPr algn="just"/>
            <a:r>
              <a:rPr lang="en-US" dirty="0" smtClean="0"/>
              <a:t>They are </a:t>
            </a:r>
            <a:r>
              <a:rPr lang="en-US" dirty="0"/>
              <a:t>generic and abstract divided into organic and mechanistic. </a:t>
            </a:r>
            <a:endParaRPr lang="en-US" dirty="0" smtClean="0"/>
          </a:p>
          <a:p>
            <a:pPr marL="0" indent="0" algn="just">
              <a:buNone/>
            </a:pPr>
            <a:endParaRPr lang="en-US" dirty="0" smtClean="0"/>
          </a:p>
          <a:p>
            <a:pPr algn="just"/>
            <a:r>
              <a:rPr lang="en-US" dirty="0" smtClean="0"/>
              <a:t>Content </a:t>
            </a:r>
            <a:r>
              <a:rPr lang="en-US" dirty="0"/>
              <a:t>variables (goals and strategy, environment, technology and size) determine the type of mechanistic and organic structure. </a:t>
            </a:r>
            <a:endParaRPr lang="en-US" dirty="0" smtClean="0"/>
          </a:p>
          <a:p>
            <a:pPr algn="just"/>
            <a:endParaRPr lang="en-US" dirty="0" smtClean="0"/>
          </a:p>
          <a:p>
            <a:pPr algn="just"/>
            <a:r>
              <a:rPr lang="en-US" dirty="0" smtClean="0"/>
              <a:t>The </a:t>
            </a:r>
            <a:r>
              <a:rPr lang="en-US" dirty="0"/>
              <a:t>combination of structural variables, organic or mechanistic form is created</a:t>
            </a:r>
          </a:p>
        </p:txBody>
      </p:sp>
      <p:sp>
        <p:nvSpPr>
          <p:cNvPr id="3" name="Title 2"/>
          <p:cNvSpPr>
            <a:spLocks noGrp="1"/>
          </p:cNvSpPr>
          <p:nvPr>
            <p:ph type="title"/>
          </p:nvPr>
        </p:nvSpPr>
        <p:spPr/>
        <p:txBody>
          <a:bodyPr/>
          <a:lstStyle/>
          <a:p>
            <a:r>
              <a:rPr lang="en-US" dirty="0"/>
              <a:t>Structural forms</a:t>
            </a:r>
          </a:p>
        </p:txBody>
      </p:sp>
    </p:spTree>
    <p:extLst>
      <p:ext uri="{BB962C8B-B14F-4D97-AF65-F5344CB8AC3E}">
        <p14:creationId xmlns:p14="http://schemas.microsoft.com/office/powerpoint/2010/main" val="22664523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Structural forms</a:t>
            </a:r>
          </a:p>
        </p:txBody>
      </p:sp>
      <p:sp>
        <p:nvSpPr>
          <p:cNvPr id="4" name="Content Placeholder 3"/>
          <p:cNvSpPr>
            <a:spLocks noGrp="1"/>
          </p:cNvSpPr>
          <p:nvPr>
            <p:ph idx="1"/>
          </p:nvPr>
        </p:nvSpPr>
        <p:spPr/>
        <p:txBody>
          <a:bodyPr/>
          <a:lstStyle/>
          <a:p>
            <a:pPr marL="0" indent="0">
              <a:buNone/>
            </a:pPr>
            <a:r>
              <a:rPr lang="en-US" dirty="0"/>
              <a:t>In organic structure we have: </a:t>
            </a:r>
            <a:endParaRPr lang="en-US" dirty="0" smtClean="0"/>
          </a:p>
          <a:p>
            <a:pPr marL="0" indent="0">
              <a:buNone/>
            </a:pPr>
            <a:endParaRPr lang="en-US" dirty="0" smtClean="0"/>
          </a:p>
          <a:p>
            <a:r>
              <a:rPr lang="en-US" dirty="0" smtClean="0"/>
              <a:t>Less </a:t>
            </a:r>
            <a:r>
              <a:rPr lang="en-US" dirty="0"/>
              <a:t>horizontal differentiation </a:t>
            </a:r>
            <a:endParaRPr lang="en-US" dirty="0" smtClean="0"/>
          </a:p>
          <a:p>
            <a:r>
              <a:rPr lang="en-US" dirty="0" smtClean="0"/>
              <a:t>High </a:t>
            </a:r>
            <a:r>
              <a:rPr lang="en-US" dirty="0"/>
              <a:t>collaboration and participation (both horizontal and vertical). </a:t>
            </a:r>
            <a:endParaRPr lang="en-US" dirty="0" smtClean="0"/>
          </a:p>
          <a:p>
            <a:r>
              <a:rPr lang="en-US" dirty="0" smtClean="0"/>
              <a:t>Flexible </a:t>
            </a:r>
            <a:r>
              <a:rPr lang="en-US" dirty="0"/>
              <a:t>tasks </a:t>
            </a:r>
            <a:endParaRPr lang="en-US" dirty="0" smtClean="0"/>
          </a:p>
          <a:p>
            <a:r>
              <a:rPr lang="en-US" dirty="0" smtClean="0"/>
              <a:t>The </a:t>
            </a:r>
            <a:r>
              <a:rPr lang="en-US" dirty="0"/>
              <a:t>works are not formal and the communications are informal. </a:t>
            </a:r>
            <a:endParaRPr lang="en-US" dirty="0" smtClean="0"/>
          </a:p>
          <a:p>
            <a:r>
              <a:rPr lang="en-US" dirty="0" smtClean="0"/>
              <a:t>Decision </a:t>
            </a:r>
            <a:r>
              <a:rPr lang="en-US" dirty="0"/>
              <a:t>making system is not centralized. </a:t>
            </a:r>
          </a:p>
        </p:txBody>
      </p:sp>
    </p:spTree>
    <p:extLst>
      <p:ext uri="{BB962C8B-B14F-4D97-AF65-F5344CB8AC3E}">
        <p14:creationId xmlns:p14="http://schemas.microsoft.com/office/powerpoint/2010/main" val="26424619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Structural forms</a:t>
            </a:r>
          </a:p>
        </p:txBody>
      </p:sp>
      <p:sp>
        <p:nvSpPr>
          <p:cNvPr id="5" name="Content Placeholder 4"/>
          <p:cNvSpPr>
            <a:spLocks noGrp="1"/>
          </p:cNvSpPr>
          <p:nvPr>
            <p:ph idx="1"/>
          </p:nvPr>
        </p:nvSpPr>
        <p:spPr/>
        <p:txBody>
          <a:bodyPr/>
          <a:lstStyle/>
          <a:p>
            <a:pPr marL="0" indent="0">
              <a:buNone/>
            </a:pPr>
            <a:r>
              <a:rPr lang="en-US" dirty="0"/>
              <a:t>In mechanistic </a:t>
            </a:r>
            <a:r>
              <a:rPr lang="en-US" dirty="0" smtClean="0"/>
              <a:t>structure we have: </a:t>
            </a:r>
          </a:p>
          <a:p>
            <a:pPr marL="0" indent="0">
              <a:buNone/>
            </a:pPr>
            <a:endParaRPr lang="en-US" dirty="0" smtClean="0"/>
          </a:p>
          <a:p>
            <a:r>
              <a:rPr lang="en-US" dirty="0" smtClean="0"/>
              <a:t>The </a:t>
            </a:r>
            <a:r>
              <a:rPr lang="en-US" dirty="0"/>
              <a:t>units are differentiated at horizontal level. </a:t>
            </a:r>
          </a:p>
          <a:p>
            <a:r>
              <a:rPr lang="en-US" dirty="0" smtClean="0"/>
              <a:t>The </a:t>
            </a:r>
            <a:r>
              <a:rPr lang="en-US" dirty="0"/>
              <a:t>relations are exact and inflexible. </a:t>
            </a:r>
            <a:endParaRPr lang="en-US" dirty="0" smtClean="0"/>
          </a:p>
          <a:p>
            <a:r>
              <a:rPr lang="en-US" dirty="0" smtClean="0"/>
              <a:t>Communication </a:t>
            </a:r>
            <a:r>
              <a:rPr lang="en-US" dirty="0"/>
              <a:t>channel is formal </a:t>
            </a:r>
            <a:endParaRPr lang="en-US" dirty="0" smtClean="0"/>
          </a:p>
          <a:p>
            <a:r>
              <a:rPr lang="en-US" dirty="0" smtClean="0"/>
              <a:t>Decision </a:t>
            </a:r>
            <a:r>
              <a:rPr lang="en-US" dirty="0"/>
              <a:t>making system is centralized. </a:t>
            </a:r>
          </a:p>
        </p:txBody>
      </p:sp>
    </p:spTree>
    <p:extLst>
      <p:ext uri="{BB962C8B-B14F-4D97-AF65-F5344CB8AC3E}">
        <p14:creationId xmlns:p14="http://schemas.microsoft.com/office/powerpoint/2010/main" val="20461306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0" indent="0">
              <a:buNone/>
            </a:pPr>
            <a:r>
              <a:rPr lang="en-US" dirty="0"/>
              <a:t>The practical structures are divided into two groups: </a:t>
            </a:r>
            <a:endParaRPr lang="en-US" dirty="0" smtClean="0"/>
          </a:p>
          <a:p>
            <a:pPr marL="0" indent="0">
              <a:buNone/>
            </a:pPr>
            <a:endParaRPr lang="en-US" dirty="0" smtClean="0"/>
          </a:p>
          <a:p>
            <a:pPr marL="355600" indent="-355600">
              <a:buNone/>
            </a:pPr>
            <a:r>
              <a:rPr lang="en-US" dirty="0" smtClean="0"/>
              <a:t>1- </a:t>
            </a:r>
            <a:r>
              <a:rPr lang="en-US" dirty="0"/>
              <a:t>Different types of practical structures based on five sections of organization. </a:t>
            </a:r>
            <a:endParaRPr lang="en-US" dirty="0" smtClean="0"/>
          </a:p>
          <a:p>
            <a:pPr marL="355600" indent="-355600">
              <a:buNone/>
            </a:pPr>
            <a:r>
              <a:rPr lang="en-US" dirty="0" smtClean="0"/>
              <a:t>2- </a:t>
            </a:r>
            <a:r>
              <a:rPr lang="en-US" dirty="0"/>
              <a:t>Different types of practical structures based on grouping the activities of organization</a:t>
            </a:r>
          </a:p>
        </p:txBody>
      </p:sp>
      <p:sp>
        <p:nvSpPr>
          <p:cNvPr id="3" name="Title 2"/>
          <p:cNvSpPr>
            <a:spLocks noGrp="1"/>
          </p:cNvSpPr>
          <p:nvPr>
            <p:ph type="title"/>
          </p:nvPr>
        </p:nvSpPr>
        <p:spPr/>
        <p:txBody>
          <a:bodyPr/>
          <a:lstStyle/>
          <a:p>
            <a:r>
              <a:rPr lang="en-US" dirty="0" smtClean="0"/>
              <a:t>Structural forms</a:t>
            </a:r>
            <a:endParaRPr lang="en-US" dirty="0"/>
          </a:p>
        </p:txBody>
      </p:sp>
    </p:spTree>
    <p:extLst>
      <p:ext uri="{BB962C8B-B14F-4D97-AF65-F5344CB8AC3E}">
        <p14:creationId xmlns:p14="http://schemas.microsoft.com/office/powerpoint/2010/main" val="14349148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524000"/>
            <a:ext cx="8229600" cy="5181600"/>
          </a:xfrm>
        </p:spPr>
        <p:txBody>
          <a:bodyPr>
            <a:normAutofit/>
          </a:bodyPr>
          <a:lstStyle/>
          <a:p>
            <a:pPr algn="just"/>
            <a:r>
              <a:rPr lang="en-US" i="1" dirty="0"/>
              <a:t>Team structure:</a:t>
            </a:r>
            <a:r>
              <a:rPr lang="en-US" dirty="0"/>
              <a:t> The barriers are eliminated, the decisions are not centralized and the team takes the required </a:t>
            </a:r>
            <a:r>
              <a:rPr lang="en-US" dirty="0" smtClean="0"/>
              <a:t>decisions</a:t>
            </a:r>
          </a:p>
          <a:p>
            <a:pPr algn="just"/>
            <a:r>
              <a:rPr lang="en-US" i="1" dirty="0" smtClean="0"/>
              <a:t>Virtual </a:t>
            </a:r>
            <a:r>
              <a:rPr lang="en-US" i="1" dirty="0"/>
              <a:t>organizations</a:t>
            </a:r>
            <a:r>
              <a:rPr lang="en-US" dirty="0"/>
              <a:t>: It is a small and central organization providing its main resources form other organizations. A virtual organization is centralized in terms of structure and rarely has it specialized units. </a:t>
            </a:r>
            <a:endParaRPr lang="en-US" dirty="0" smtClean="0"/>
          </a:p>
          <a:p>
            <a:pPr algn="just"/>
            <a:r>
              <a:rPr lang="en-US" i="1" dirty="0" smtClean="0"/>
              <a:t>No </a:t>
            </a:r>
            <a:r>
              <a:rPr lang="en-US" i="1" dirty="0"/>
              <a:t>boundary organizations:</a:t>
            </a:r>
            <a:r>
              <a:rPr lang="en-US" dirty="0"/>
              <a:t> In these organizations, commanding chain is eliminated and there is no control and the teams with high autonomy are replaced by centers</a:t>
            </a:r>
          </a:p>
        </p:txBody>
      </p:sp>
      <p:sp>
        <p:nvSpPr>
          <p:cNvPr id="3" name="Title 2"/>
          <p:cNvSpPr>
            <a:spLocks noGrp="1"/>
          </p:cNvSpPr>
          <p:nvPr>
            <p:ph type="title"/>
          </p:nvPr>
        </p:nvSpPr>
        <p:spPr/>
        <p:txBody>
          <a:bodyPr/>
          <a:lstStyle/>
          <a:p>
            <a:r>
              <a:rPr lang="en-US" dirty="0" smtClean="0"/>
              <a:t>New structures</a:t>
            </a:r>
            <a:endParaRPr lang="en-US" dirty="0"/>
          </a:p>
        </p:txBody>
      </p:sp>
    </p:spTree>
    <p:extLst>
      <p:ext uri="{BB962C8B-B14F-4D97-AF65-F5344CB8AC3E}">
        <p14:creationId xmlns:p14="http://schemas.microsoft.com/office/powerpoint/2010/main" val="33033801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algn="just"/>
            <a:r>
              <a:rPr lang="en-US" i="1" dirty="0"/>
              <a:t>Strategy:</a:t>
            </a:r>
            <a:r>
              <a:rPr lang="en-US" dirty="0"/>
              <a:t> The process of determining fundamental long-term goals, taking method and allocation of required source to achieve goals. </a:t>
            </a:r>
            <a:endParaRPr lang="en-US" dirty="0" smtClean="0"/>
          </a:p>
          <a:p>
            <a:pPr marL="0" indent="0" algn="just">
              <a:buNone/>
            </a:pPr>
            <a:endParaRPr lang="en-US" dirty="0" smtClean="0"/>
          </a:p>
          <a:p>
            <a:pPr algn="just"/>
            <a:r>
              <a:rPr lang="en-US" i="1" dirty="0" smtClean="0"/>
              <a:t>Technology</a:t>
            </a:r>
            <a:r>
              <a:rPr lang="en-US" i="1" dirty="0"/>
              <a:t>:</a:t>
            </a:r>
            <a:r>
              <a:rPr lang="en-US" dirty="0"/>
              <a:t> It refers to the information, equipment, techniques and process to turn the inputs to outputs. </a:t>
            </a:r>
            <a:r>
              <a:rPr lang="en-US" dirty="0" smtClean="0"/>
              <a:t>the </a:t>
            </a:r>
            <a:r>
              <a:rPr lang="en-US" dirty="0"/>
              <a:t>companies were classified based on one of three types of production technology, mass and process. </a:t>
            </a:r>
            <a:endParaRPr lang="en-US" dirty="0" smtClean="0"/>
          </a:p>
        </p:txBody>
      </p:sp>
      <p:sp>
        <p:nvSpPr>
          <p:cNvPr id="3" name="Title 2"/>
          <p:cNvSpPr>
            <a:spLocks noGrp="1"/>
          </p:cNvSpPr>
          <p:nvPr>
            <p:ph type="title"/>
          </p:nvPr>
        </p:nvSpPr>
        <p:spPr/>
        <p:txBody>
          <a:bodyPr/>
          <a:lstStyle/>
          <a:p>
            <a:r>
              <a:rPr lang="en-US" dirty="0"/>
              <a:t>Determining factors of structure </a:t>
            </a:r>
          </a:p>
        </p:txBody>
      </p:sp>
    </p:spTree>
    <p:extLst>
      <p:ext uri="{BB962C8B-B14F-4D97-AF65-F5344CB8AC3E}">
        <p14:creationId xmlns:p14="http://schemas.microsoft.com/office/powerpoint/2010/main" val="4732964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pPr marL="0" indent="0" algn="just">
              <a:buNone/>
            </a:pPr>
            <a:r>
              <a:rPr lang="en-US" i="1" dirty="0"/>
              <a:t>Environment: </a:t>
            </a:r>
            <a:endParaRPr lang="en-US" i="1" dirty="0" smtClean="0"/>
          </a:p>
          <a:p>
            <a:pPr algn="just"/>
            <a:r>
              <a:rPr lang="en-US" dirty="0" smtClean="0"/>
              <a:t>The </a:t>
            </a:r>
            <a:r>
              <a:rPr lang="en-US" dirty="0"/>
              <a:t>forces effective on organization performance and organization has less control on them or has no control on them. </a:t>
            </a:r>
            <a:endParaRPr lang="en-US" dirty="0" smtClean="0"/>
          </a:p>
          <a:p>
            <a:pPr algn="just"/>
            <a:r>
              <a:rPr lang="en-US" dirty="0" smtClean="0"/>
              <a:t>General </a:t>
            </a:r>
            <a:r>
              <a:rPr lang="en-US" dirty="0"/>
              <a:t>environment: All effective conditions on organization but their dependency was not clear to organization (economic, cultural, political, social, legal conditions, etc.). </a:t>
            </a:r>
            <a:endParaRPr lang="en-US" dirty="0" smtClean="0"/>
          </a:p>
          <a:p>
            <a:pPr algn="just"/>
            <a:r>
              <a:rPr lang="en-US" dirty="0" smtClean="0"/>
              <a:t>Specific </a:t>
            </a:r>
            <a:r>
              <a:rPr lang="en-US" dirty="0"/>
              <a:t>environment: It is a part of organization environment as associated directly with organization to achieve the goals. </a:t>
            </a:r>
          </a:p>
        </p:txBody>
      </p:sp>
      <p:sp>
        <p:nvSpPr>
          <p:cNvPr id="4" name="Title 2"/>
          <p:cNvSpPr>
            <a:spLocks noGrp="1"/>
          </p:cNvSpPr>
          <p:nvPr>
            <p:ph type="title"/>
          </p:nvPr>
        </p:nvSpPr>
        <p:spPr/>
        <p:txBody>
          <a:bodyPr/>
          <a:lstStyle/>
          <a:p>
            <a:r>
              <a:rPr lang="en-US" dirty="0"/>
              <a:t>Determining factors of structure </a:t>
            </a:r>
          </a:p>
        </p:txBody>
      </p:sp>
    </p:spTree>
    <p:extLst>
      <p:ext uri="{BB962C8B-B14F-4D97-AF65-F5344CB8AC3E}">
        <p14:creationId xmlns:p14="http://schemas.microsoft.com/office/powerpoint/2010/main" val="37224245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Determining factors of structure </a:t>
            </a:r>
          </a:p>
        </p:txBody>
      </p:sp>
      <p:sp>
        <p:nvSpPr>
          <p:cNvPr id="4" name="Content Placeholder 3"/>
          <p:cNvSpPr>
            <a:spLocks noGrp="1"/>
          </p:cNvSpPr>
          <p:nvPr>
            <p:ph idx="1"/>
          </p:nvPr>
        </p:nvSpPr>
        <p:spPr/>
        <p:txBody>
          <a:bodyPr>
            <a:normAutofit/>
          </a:bodyPr>
          <a:lstStyle/>
          <a:p>
            <a:pPr marL="0" indent="0" algn="just">
              <a:buNone/>
            </a:pPr>
            <a:r>
              <a:rPr lang="en-US" dirty="0" smtClean="0"/>
              <a:t>Control </a:t>
            </a:r>
            <a:r>
              <a:rPr lang="en-US" dirty="0"/>
              <a:t>power (strategic selection): </a:t>
            </a:r>
            <a:endParaRPr lang="en-US" dirty="0" smtClean="0"/>
          </a:p>
          <a:p>
            <a:pPr marL="0" indent="0" algn="just">
              <a:buNone/>
            </a:pPr>
            <a:endParaRPr lang="en-US" dirty="0" smtClean="0"/>
          </a:p>
          <a:p>
            <a:pPr algn="just"/>
            <a:r>
              <a:rPr lang="en-US" dirty="0" smtClean="0"/>
              <a:t>Under </a:t>
            </a:r>
            <a:r>
              <a:rPr lang="en-US" dirty="0"/>
              <a:t>the best conditions of four previous factors (strategy, size, technology, environment) only 50 to 60% of change in structure are explained. </a:t>
            </a:r>
            <a:endParaRPr lang="en-US" dirty="0" smtClean="0"/>
          </a:p>
          <a:p>
            <a:pPr marL="0" indent="0" algn="just">
              <a:buNone/>
            </a:pPr>
            <a:endParaRPr lang="en-US" dirty="0"/>
          </a:p>
          <a:p>
            <a:pPr algn="just"/>
            <a:r>
              <a:rPr lang="en-US" smtClean="0"/>
              <a:t>Based </a:t>
            </a:r>
            <a:r>
              <a:rPr lang="en-US" dirty="0"/>
              <a:t>on this view, at any time, the structure of an organization is the result of measurements of power owners of the organization in selection of the structure by which its control is maximized. </a:t>
            </a:r>
          </a:p>
          <a:p>
            <a:pPr algn="just"/>
            <a:endParaRPr lang="en-US" dirty="0"/>
          </a:p>
          <a:p>
            <a:pPr algn="just"/>
            <a:endParaRPr lang="en-US" dirty="0"/>
          </a:p>
        </p:txBody>
      </p:sp>
    </p:spTree>
    <p:extLst>
      <p:ext uri="{BB962C8B-B14F-4D97-AF65-F5344CB8AC3E}">
        <p14:creationId xmlns:p14="http://schemas.microsoft.com/office/powerpoint/2010/main" val="2006960695"/>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Paper">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Paper">
      <a:majorFont>
        <a:latin typeface="Constantia"/>
        <a:ea typeface=""/>
        <a:cs typeface=""/>
        <a:font script="Jpan" typeface="HG明朝E"/>
        <a:font script="Hang" typeface="궁서"/>
        <a:font script="Hans" typeface="华文新魏"/>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onstantia"/>
        <a:ea typeface=""/>
        <a:cs typeface=""/>
        <a:font script="Jpan" typeface="HG明朝E"/>
        <a:font script="Hang" typeface="궁서"/>
        <a:font script="Hans" typeface="华文新魏"/>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Paper">
      <a:fillStyleLst>
        <a:solidFill>
          <a:schemeClr val="phClr"/>
        </a:solidFill>
        <a:blipFill>
          <a:blip xmlns:r="http://schemas.openxmlformats.org/officeDocument/2006/relationships" r:embed="rId1">
            <a:duotone>
              <a:schemeClr val="phClr">
                <a:shade val="63000"/>
                <a:tint val="82000"/>
              </a:schemeClr>
              <a:schemeClr val="phClr">
                <a:tint val="10000"/>
                <a:satMod val="400000"/>
              </a:schemeClr>
            </a:duotone>
          </a:blip>
          <a:tile tx="0" ty="0" sx="40000" sy="40000" flip="none" algn="tl"/>
        </a:blipFill>
        <a:blipFill>
          <a:blip xmlns:r="http://schemas.openxmlformats.org/officeDocument/2006/relationships" r:embed="rId1">
            <a:duotone>
              <a:schemeClr val="phClr">
                <a:shade val="40000"/>
              </a:schemeClr>
              <a:schemeClr val="phClr">
                <a:tint val="42000"/>
              </a:schemeClr>
            </a:duotone>
          </a:blip>
          <a:tile tx="0" ty="0" sx="40000" sy="40000" flip="none" algn="tl"/>
        </a:blipFill>
      </a:fillStyleLst>
      <a:lnStyleLst>
        <a:ln w="12700" cap="flat" cmpd="sng" algn="ctr">
          <a:solidFill>
            <a:schemeClr val="phClr"/>
          </a:solidFill>
          <a:prstDash val="solid"/>
        </a:ln>
        <a:ln w="38100" cap="flat" cmpd="sng" algn="ctr">
          <a:solidFill>
            <a:schemeClr val="phClr"/>
          </a:solidFill>
          <a:prstDash val="solid"/>
        </a:ln>
        <a:ln w="63500" cap="flat" cmpd="sng" algn="ctr">
          <a:solidFill>
            <a:schemeClr val="phClr"/>
          </a:solidFill>
          <a:prstDash val="solid"/>
        </a:ln>
      </a:lnStyleLst>
      <a:effectStyleLst>
        <a:effectStyle>
          <a:effectLst>
            <a:outerShdw blurRad="95000" rotWithShape="0">
              <a:srgbClr val="000000">
                <a:alpha val="50000"/>
              </a:srgbClr>
            </a:outerShdw>
            <a:softEdge rad="12700"/>
          </a:effectLst>
        </a:effectStyle>
        <a:effectStyle>
          <a:effectLst>
            <a:outerShdw blurRad="95000" rotWithShape="0">
              <a:srgbClr val="000000">
                <a:alpha val="50000"/>
              </a:srgbClr>
            </a:outerShdw>
            <a:softEdge rad="12700"/>
          </a:effectLst>
        </a:effectStyle>
        <a:effectStyle>
          <a:effectLst>
            <a:outerShdw blurRad="95000" algn="tl" rotWithShape="0">
              <a:srgbClr val="000000">
                <a:alpha val="50000"/>
              </a:srgbClr>
            </a:outerShdw>
          </a:effectLst>
          <a:scene3d>
            <a:camera prst="orthographicFront"/>
            <a:lightRig rig="soft" dir="t">
              <a:rot lat="0" lon="0" rev="18000000"/>
            </a:lightRig>
          </a:scene3d>
          <a:sp3d prstMaterial="dkEdge">
            <a:bevelT w="73660" h="44450" prst="riblet"/>
          </a:sp3d>
        </a:effectStyle>
      </a:effectStyleLst>
      <a:bgFillStyleLst>
        <a:solidFill>
          <a:schemeClr val="phClr"/>
        </a:solidFill>
        <a:blipFill>
          <a:blip xmlns:r="http://schemas.openxmlformats.org/officeDocument/2006/relationships" r:embed="rId1">
            <a:duotone>
              <a:schemeClr val="phClr">
                <a:shade val="55000"/>
                <a:alpha val="20000"/>
              </a:schemeClr>
              <a:schemeClr val="phClr">
                <a:tint val="40000"/>
                <a:shade val="90000"/>
                <a:satMod val="60000"/>
                <a:alpha val="20000"/>
              </a:schemeClr>
            </a:duotone>
          </a:blip>
          <a:tile tx="0" ty="0" sx="58000" sy="38000" flip="none" algn="tl"/>
        </a:blipFill>
        <a:blipFill>
          <a:blip xmlns:r="http://schemas.openxmlformats.org/officeDocument/2006/relationships" r:embed="rId2">
            <a:duotone>
              <a:schemeClr val="phClr">
                <a:shade val="12000"/>
                <a:satMod val="240000"/>
              </a:schemeClr>
              <a:schemeClr val="phClr">
                <a:tint val="65000"/>
              </a:schemeClr>
            </a:duotone>
          </a:blip>
          <a:stretch>
            <a:fillRect/>
          </a:stretch>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Paper</Template>
  <TotalTime>111</TotalTime>
  <Words>942</Words>
  <Application>Microsoft Office PowerPoint</Application>
  <PresentationFormat>On-screen Show (4:3)</PresentationFormat>
  <Paragraphs>79</Paragraphs>
  <Slides>15</Slides>
  <Notes>0</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Paper</vt:lpstr>
      <vt:lpstr>Chapter (9)</vt:lpstr>
      <vt:lpstr>Overview </vt:lpstr>
      <vt:lpstr>PowerPoint Presentation</vt:lpstr>
      <vt:lpstr>Organization structure definition</vt:lpstr>
      <vt:lpstr>Dimensions of organizational structures</vt:lpstr>
      <vt:lpstr>Dimensions of organizational structures</vt:lpstr>
      <vt:lpstr>Different types of organizational structures</vt:lpstr>
      <vt:lpstr>Structural forms</vt:lpstr>
      <vt:lpstr>Structural forms</vt:lpstr>
      <vt:lpstr>Structural forms</vt:lpstr>
      <vt:lpstr>Structural forms</vt:lpstr>
      <vt:lpstr>New structures</vt:lpstr>
      <vt:lpstr>Determining factors of structure </vt:lpstr>
      <vt:lpstr>Determining factors of structure </vt:lpstr>
      <vt:lpstr>Determining factors of structure </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(9)</dc:title>
  <dc:creator>Nancy karma</dc:creator>
  <cp:lastModifiedBy>Lenovo</cp:lastModifiedBy>
  <cp:revision>12</cp:revision>
  <dcterms:created xsi:type="dcterms:W3CDTF">2006-08-16T00:00:00Z</dcterms:created>
  <dcterms:modified xsi:type="dcterms:W3CDTF">2025-12-02T05:56:30Z</dcterms:modified>
</cp:coreProperties>
</file>