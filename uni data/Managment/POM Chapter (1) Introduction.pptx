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31DB43F-34C3-48FE-9687-EDCD7570003A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2D3E4972-0DB6-4371-A7A3-1B94DAD9604D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Principles of management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u="sng" dirty="0" smtClean="0"/>
              <a:t>Chapter “1”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224565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As </a:t>
            </a:r>
            <a:r>
              <a:rPr lang="en-US" dirty="0"/>
              <a:t>how the mind controls the human body and its function similar </a:t>
            </a:r>
            <a:r>
              <a:rPr lang="en-US" dirty="0" smtClean="0"/>
              <a:t>management controls </a:t>
            </a:r>
            <a:r>
              <a:rPr lang="en-US" dirty="0"/>
              <a:t>the various activities </a:t>
            </a:r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dirty="0" smtClean="0"/>
              <a:t>Organization.</a:t>
            </a:r>
          </a:p>
          <a:p>
            <a:endParaRPr lang="en-US" dirty="0"/>
          </a:p>
          <a:p>
            <a:r>
              <a:rPr lang="en-US" dirty="0" smtClean="0"/>
              <a:t>Management directs the collection </a:t>
            </a:r>
            <a:r>
              <a:rPr lang="en-US" dirty="0"/>
              <a:t>of physical </a:t>
            </a:r>
            <a:r>
              <a:rPr lang="en-US" dirty="0" smtClean="0"/>
              <a:t>equipment's (4 </a:t>
            </a:r>
            <a:r>
              <a:rPr lang="en-US" dirty="0"/>
              <a:t>M’s in </a:t>
            </a:r>
            <a:r>
              <a:rPr lang="en-US" dirty="0" smtClean="0"/>
              <a:t>Organization)  </a:t>
            </a:r>
            <a:r>
              <a:rPr lang="en-US" b="1" dirty="0"/>
              <a:t>Men, Machine, Materials, </a:t>
            </a:r>
            <a:r>
              <a:rPr lang="en-US" b="1" dirty="0" smtClean="0"/>
              <a:t>Money</a:t>
            </a:r>
            <a:r>
              <a:rPr lang="en-US" b="1" dirty="0"/>
              <a:t>.</a:t>
            </a:r>
            <a:endParaRPr lang="en-US" b="1" dirty="0" smtClean="0"/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efficient and profitable functioning it is </a:t>
            </a:r>
            <a:r>
              <a:rPr lang="en-US" dirty="0" smtClean="0"/>
              <a:t>necessary factors affecting the organization  </a:t>
            </a:r>
            <a:r>
              <a:rPr lang="en-US" dirty="0"/>
              <a:t>are put to work in a </a:t>
            </a:r>
            <a:r>
              <a:rPr lang="en-US" dirty="0" err="1" smtClean="0"/>
              <a:t>co-ordinated</a:t>
            </a:r>
            <a:r>
              <a:rPr lang="en-US" dirty="0" smtClean="0"/>
              <a:t> </a:t>
            </a:r>
            <a:r>
              <a:rPr lang="en-US" dirty="0"/>
              <a:t>manner.</a:t>
            </a:r>
          </a:p>
        </p:txBody>
      </p:sp>
    </p:spTree>
    <p:extLst>
      <p:ext uri="{BB962C8B-B14F-4D97-AF65-F5344CB8AC3E}">
        <p14:creationId xmlns:p14="http://schemas.microsoft.com/office/powerpoint/2010/main" val="178886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Management is the art of getting things done through others.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“ </a:t>
            </a:r>
            <a:r>
              <a:rPr lang="en-US" dirty="0"/>
              <a:t>Management is the process of designing and maintaining an environment in which individuals, working together in groups efficiently to accomplish selected aims”</a:t>
            </a:r>
          </a:p>
        </p:txBody>
      </p:sp>
    </p:spTree>
    <p:extLst>
      <p:ext uri="{BB962C8B-B14F-4D97-AF65-F5344CB8AC3E}">
        <p14:creationId xmlns:p14="http://schemas.microsoft.com/office/powerpoint/2010/main" val="242909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Characteristics of management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502312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Universal </a:t>
            </a:r>
          </a:p>
          <a:p>
            <a:r>
              <a:rPr lang="en-US" dirty="0" smtClean="0"/>
              <a:t>Dynamic</a:t>
            </a:r>
          </a:p>
          <a:p>
            <a:r>
              <a:rPr lang="en-US" dirty="0"/>
              <a:t>G</a:t>
            </a:r>
            <a:r>
              <a:rPr lang="en-US" dirty="0" smtClean="0"/>
              <a:t>roup </a:t>
            </a:r>
            <a:r>
              <a:rPr lang="en-US" dirty="0"/>
              <a:t>of managers </a:t>
            </a:r>
            <a:endParaRPr lang="en-US" dirty="0" smtClean="0"/>
          </a:p>
          <a:p>
            <a:r>
              <a:rPr lang="en-US" dirty="0" smtClean="0"/>
              <a:t>Purposeful </a:t>
            </a:r>
          </a:p>
          <a:p>
            <a:r>
              <a:rPr lang="en-US" dirty="0" smtClean="0"/>
              <a:t>Goal </a:t>
            </a:r>
            <a:r>
              <a:rPr lang="en-US" dirty="0"/>
              <a:t>oriented </a:t>
            </a:r>
            <a:endParaRPr lang="en-US" dirty="0" smtClean="0"/>
          </a:p>
          <a:p>
            <a:r>
              <a:rPr lang="en-US" dirty="0" smtClean="0"/>
              <a:t>Integrative </a:t>
            </a:r>
            <a:r>
              <a:rPr lang="en-US" dirty="0"/>
              <a:t>Function </a:t>
            </a:r>
            <a:endParaRPr lang="en-US" dirty="0" smtClean="0"/>
          </a:p>
          <a:p>
            <a:r>
              <a:rPr lang="en-US" dirty="0" smtClean="0"/>
              <a:t>Social process</a:t>
            </a:r>
          </a:p>
          <a:p>
            <a:r>
              <a:rPr lang="en-US" dirty="0" smtClean="0"/>
              <a:t>Multi-faceted </a:t>
            </a:r>
            <a:r>
              <a:rPr lang="en-US" dirty="0"/>
              <a:t>discipline </a:t>
            </a:r>
            <a:endParaRPr lang="en-US" dirty="0" smtClean="0"/>
          </a:p>
          <a:p>
            <a:r>
              <a:rPr lang="en-US" dirty="0" smtClean="0"/>
              <a:t>Continuous process</a:t>
            </a:r>
          </a:p>
          <a:p>
            <a:r>
              <a:rPr lang="en-US" dirty="0"/>
              <a:t>S</a:t>
            </a:r>
            <a:r>
              <a:rPr lang="en-US" dirty="0" smtClean="0"/>
              <a:t>ystem </a:t>
            </a:r>
            <a:r>
              <a:rPr lang="en-US" dirty="0"/>
              <a:t>of authority </a:t>
            </a:r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ntangible </a:t>
            </a:r>
          </a:p>
          <a:p>
            <a:r>
              <a:rPr lang="en-US" dirty="0"/>
              <a:t>P</a:t>
            </a:r>
            <a:r>
              <a:rPr lang="en-US" dirty="0" smtClean="0"/>
              <a:t>rofession</a:t>
            </a:r>
            <a:r>
              <a:rPr lang="en-US" dirty="0"/>
              <a:t>, an art as well as a science</a:t>
            </a:r>
          </a:p>
        </p:txBody>
      </p:sp>
    </p:spTree>
    <p:extLst>
      <p:ext uri="{BB962C8B-B14F-4D97-AF65-F5344CB8AC3E}">
        <p14:creationId xmlns:p14="http://schemas.microsoft.com/office/powerpoint/2010/main" val="406306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Administration vs Management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784"/>
            <a:ext cx="8064896" cy="511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8258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Administration vs Management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848872" cy="2961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431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1- Management as an art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• A manager applies his knowledge and skills </a:t>
            </a:r>
            <a:r>
              <a:rPr lang="en-US" dirty="0" smtClean="0"/>
              <a:t> 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to </a:t>
            </a:r>
            <a:r>
              <a:rPr lang="en-US" dirty="0"/>
              <a:t>coordinate the efforts of his </a:t>
            </a:r>
            <a:r>
              <a:rPr lang="en-US" dirty="0" smtClean="0"/>
              <a:t>people.</a:t>
            </a:r>
          </a:p>
          <a:p>
            <a:pPr marL="0" indent="0" algn="just">
              <a:buNone/>
            </a:pPr>
            <a:r>
              <a:rPr lang="en-US" dirty="0" smtClean="0"/>
              <a:t>• Management </a:t>
            </a:r>
            <a:r>
              <a:rPr lang="en-US" dirty="0"/>
              <a:t>seeks to achieve concrete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practical </a:t>
            </a:r>
            <a:r>
              <a:rPr lang="en-US" dirty="0"/>
              <a:t>results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• Management </a:t>
            </a:r>
            <a:r>
              <a:rPr lang="en-US" dirty="0"/>
              <a:t>is creative. It brings out new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situation </a:t>
            </a:r>
            <a:r>
              <a:rPr lang="en-US" dirty="0"/>
              <a:t>and converts into output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• Effective Management leads </a:t>
            </a:r>
            <a:r>
              <a:rPr lang="en-US" dirty="0"/>
              <a:t>to realization of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Organizational </a:t>
            </a:r>
            <a:r>
              <a:rPr lang="en-US" dirty="0"/>
              <a:t>and other goals. </a:t>
            </a:r>
          </a:p>
        </p:txBody>
      </p:sp>
    </p:spTree>
    <p:extLst>
      <p:ext uri="{BB962C8B-B14F-4D97-AF65-F5344CB8AC3E}">
        <p14:creationId xmlns:p14="http://schemas.microsoft.com/office/powerpoint/2010/main" val="2221347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2- Management as science.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Systematized </a:t>
            </a:r>
            <a:r>
              <a:rPr lang="en-US" dirty="0"/>
              <a:t>body of </a:t>
            </a:r>
            <a:r>
              <a:rPr lang="en-US" dirty="0" smtClean="0"/>
              <a:t>Knowledge.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Underlying </a:t>
            </a:r>
            <a:r>
              <a:rPr lang="en-US" dirty="0"/>
              <a:t>principles and theories developed through continuous observation, inquiry, experimentation and </a:t>
            </a:r>
            <a:r>
              <a:rPr lang="en-US" dirty="0" smtClean="0"/>
              <a:t>research.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Universal </a:t>
            </a:r>
            <a:r>
              <a:rPr lang="en-US" dirty="0"/>
              <a:t>truth and </a:t>
            </a:r>
            <a:r>
              <a:rPr lang="en-US" dirty="0" smtClean="0"/>
              <a:t>applicability.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Organized </a:t>
            </a:r>
            <a:r>
              <a:rPr lang="en-US" dirty="0"/>
              <a:t>body of knowledge can be taught and learnt in class room and outside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Management is </a:t>
            </a:r>
            <a:r>
              <a:rPr lang="en-US" dirty="0"/>
              <a:t>a social science. It contains all the essentials of science. It is an inexact science</a:t>
            </a:r>
          </a:p>
        </p:txBody>
      </p:sp>
    </p:spTree>
    <p:extLst>
      <p:ext uri="{BB962C8B-B14F-4D97-AF65-F5344CB8AC3E}">
        <p14:creationId xmlns:p14="http://schemas.microsoft.com/office/powerpoint/2010/main" val="321799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management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511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3- Management </a:t>
            </a:r>
            <a:r>
              <a:rPr lang="en-US" sz="2400" dirty="0"/>
              <a:t>as a </a:t>
            </a:r>
            <a:r>
              <a:rPr lang="en-US" sz="2400" dirty="0" smtClean="0"/>
              <a:t>Profession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/>
              <a:t>essential attribute of a </a:t>
            </a:r>
            <a:r>
              <a:rPr lang="en-US" sz="2400" dirty="0" smtClean="0"/>
              <a:t>profession is: 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well-defined and </a:t>
            </a:r>
            <a:r>
              <a:rPr lang="en-US" sz="2400" dirty="0" smtClean="0"/>
              <a:t>organized </a:t>
            </a:r>
            <a:r>
              <a:rPr lang="en-US" sz="2400" dirty="0"/>
              <a:t>body of </a:t>
            </a:r>
            <a:r>
              <a:rPr lang="en-US" sz="2400" dirty="0" smtClean="0"/>
              <a:t>knowledge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Learning </a:t>
            </a:r>
            <a:r>
              <a:rPr lang="en-US" sz="2400" dirty="0"/>
              <a:t>and </a:t>
            </a:r>
            <a:r>
              <a:rPr lang="en-US" sz="2400" dirty="0" smtClean="0"/>
              <a:t>Experience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Entry </a:t>
            </a:r>
            <a:r>
              <a:rPr lang="en-US" sz="2400" dirty="0"/>
              <a:t>restricted by </a:t>
            </a:r>
            <a:r>
              <a:rPr lang="en-US" sz="2400" dirty="0" smtClean="0"/>
              <a:t>qualification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Recognized </a:t>
            </a:r>
            <a:r>
              <a:rPr lang="en-US" sz="2400" dirty="0"/>
              <a:t>national </a:t>
            </a:r>
            <a:r>
              <a:rPr lang="en-US" sz="2400" dirty="0" smtClean="0"/>
              <a:t>body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Ethical </a:t>
            </a:r>
            <a:r>
              <a:rPr lang="en-US" sz="2400" dirty="0"/>
              <a:t>code of conduct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Dominance </a:t>
            </a:r>
            <a:r>
              <a:rPr lang="en-US" sz="2400" dirty="0"/>
              <a:t>of service motive</a:t>
            </a:r>
          </a:p>
        </p:txBody>
      </p:sp>
    </p:spTree>
    <p:extLst>
      <p:ext uri="{BB962C8B-B14F-4D97-AF65-F5344CB8AC3E}">
        <p14:creationId xmlns:p14="http://schemas.microsoft.com/office/powerpoint/2010/main" val="37821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management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556792"/>
            <a:ext cx="6336704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683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83040"/>
            <a:ext cx="8640960" cy="45262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 smtClean="0"/>
              <a:t>1- Top </a:t>
            </a:r>
            <a:r>
              <a:rPr lang="en-US" sz="2400" dirty="0"/>
              <a:t>Level </a:t>
            </a:r>
            <a:r>
              <a:rPr lang="en-US" sz="2400" dirty="0" smtClean="0"/>
              <a:t>Management</a:t>
            </a:r>
          </a:p>
          <a:p>
            <a:pPr marL="457200" indent="-457200" algn="just">
              <a:buAutoNum type="arabicPeriod"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(Board </a:t>
            </a:r>
            <a:r>
              <a:rPr lang="en-US" sz="2400" dirty="0"/>
              <a:t>of Directors, </a:t>
            </a:r>
            <a:r>
              <a:rPr lang="en-US" sz="2400" dirty="0" smtClean="0"/>
              <a:t>Manager Director, </a:t>
            </a:r>
            <a:r>
              <a:rPr lang="en-US" sz="2400" dirty="0"/>
              <a:t>Owners, Chief </a:t>
            </a:r>
            <a:r>
              <a:rPr lang="en-US" sz="2400" dirty="0" smtClean="0"/>
              <a:t>Executives)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 </a:t>
            </a:r>
            <a:r>
              <a:rPr lang="en-US" sz="2400" dirty="0"/>
              <a:t>To </a:t>
            </a:r>
            <a:r>
              <a:rPr lang="en-US" sz="2400" dirty="0" smtClean="0"/>
              <a:t>analyze, </a:t>
            </a:r>
            <a:r>
              <a:rPr lang="en-US" sz="2400" dirty="0"/>
              <a:t>evaluate and deal with </a:t>
            </a:r>
            <a:r>
              <a:rPr lang="en-US" sz="2400" dirty="0" smtClean="0"/>
              <a:t>the environmental </a:t>
            </a:r>
            <a:r>
              <a:rPr lang="en-US" sz="2400" dirty="0"/>
              <a:t>forces </a:t>
            </a:r>
            <a:endParaRPr lang="en-US" sz="2400" dirty="0" smtClean="0"/>
          </a:p>
          <a:p>
            <a:pPr algn="just"/>
            <a:r>
              <a:rPr lang="en-US" sz="2400" dirty="0" smtClean="0"/>
              <a:t>To </a:t>
            </a:r>
            <a:r>
              <a:rPr lang="en-US" sz="2400" dirty="0"/>
              <a:t>establish overall long term goals and broad policies of the company including the master budget </a:t>
            </a:r>
            <a:endParaRPr lang="en-US" sz="2400" dirty="0" smtClean="0"/>
          </a:p>
          <a:p>
            <a:pPr algn="just"/>
            <a:r>
              <a:rPr lang="en-US" sz="2400" dirty="0" smtClean="0"/>
              <a:t>To </a:t>
            </a:r>
            <a:r>
              <a:rPr lang="en-US" sz="2400" dirty="0"/>
              <a:t>appoint departmental and other key executives </a:t>
            </a:r>
            <a:endParaRPr lang="en-US" sz="2400" dirty="0" smtClean="0"/>
          </a:p>
          <a:p>
            <a:pPr algn="just"/>
            <a:r>
              <a:rPr lang="en-US" sz="2400" dirty="0" smtClean="0"/>
              <a:t>To </a:t>
            </a:r>
            <a:r>
              <a:rPr lang="en-US" sz="2400" dirty="0"/>
              <a:t>represent the company to the outside world </a:t>
            </a:r>
            <a:endParaRPr lang="en-US" sz="2400" dirty="0" smtClean="0"/>
          </a:p>
          <a:p>
            <a:pPr algn="just"/>
            <a:r>
              <a:rPr lang="en-US" sz="2400" dirty="0" smtClean="0"/>
              <a:t>To </a:t>
            </a:r>
            <a:r>
              <a:rPr lang="en-US" sz="2400" dirty="0"/>
              <a:t>coordinate the activities and efforts of different department</a:t>
            </a:r>
          </a:p>
        </p:txBody>
      </p:sp>
    </p:spTree>
    <p:extLst>
      <p:ext uri="{BB962C8B-B14F-4D97-AF65-F5344CB8AC3E}">
        <p14:creationId xmlns:p14="http://schemas.microsoft.com/office/powerpoint/2010/main" val="298479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management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62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2. Middle Level </a:t>
            </a:r>
            <a:r>
              <a:rPr lang="en-US" sz="2400" dirty="0" smtClean="0"/>
              <a:t>Management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smtClean="0"/>
              <a:t>Sales </a:t>
            </a:r>
            <a:r>
              <a:rPr lang="en-US" sz="2400" dirty="0"/>
              <a:t>Executives, Production Executives, Production executives etc</a:t>
            </a:r>
            <a:r>
              <a:rPr lang="en-US" sz="2400" dirty="0" smtClean="0"/>
              <a:t>.)</a:t>
            </a:r>
          </a:p>
          <a:p>
            <a:r>
              <a:rPr lang="en-US" sz="2400" dirty="0" smtClean="0"/>
              <a:t>To </a:t>
            </a:r>
            <a:r>
              <a:rPr lang="en-US" sz="2400" dirty="0"/>
              <a:t>interpret and explain the policies framed by top </a:t>
            </a:r>
            <a:r>
              <a:rPr lang="en-US" sz="2400" dirty="0" smtClean="0"/>
              <a:t>management.</a:t>
            </a:r>
          </a:p>
          <a:p>
            <a:r>
              <a:rPr lang="en-US" sz="2400" dirty="0" smtClean="0"/>
              <a:t>To </a:t>
            </a:r>
            <a:r>
              <a:rPr lang="en-US" sz="2400" dirty="0"/>
              <a:t>compile and issue detailed instruction regarding </a:t>
            </a:r>
            <a:r>
              <a:rPr lang="en-US" sz="2400" dirty="0" smtClean="0"/>
              <a:t>operations.</a:t>
            </a:r>
          </a:p>
          <a:p>
            <a:r>
              <a:rPr lang="en-US" sz="2400" dirty="0" smtClean="0"/>
              <a:t> To </a:t>
            </a:r>
            <a:r>
              <a:rPr lang="en-US" sz="2400" dirty="0"/>
              <a:t>Cooperate among themselves so as to integrate various parts of the division or a </a:t>
            </a:r>
            <a:r>
              <a:rPr lang="en-US" sz="2400" dirty="0" smtClean="0"/>
              <a:t>department.</a:t>
            </a:r>
          </a:p>
          <a:p>
            <a:r>
              <a:rPr lang="en-US" sz="2400" dirty="0" smtClean="0"/>
              <a:t>To </a:t>
            </a:r>
            <a:r>
              <a:rPr lang="en-US" sz="2400" dirty="0"/>
              <a:t>motivate supervisory personnel to work for o</a:t>
            </a:r>
            <a:r>
              <a:rPr lang="en-US" sz="2400" dirty="0" smtClean="0"/>
              <a:t>rganization </a:t>
            </a:r>
            <a:r>
              <a:rPr lang="en-US" sz="2400" dirty="0"/>
              <a:t>goals </a:t>
            </a:r>
            <a:endParaRPr lang="en-US" sz="2400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develop and train supervisory and operative personnel.</a:t>
            </a:r>
          </a:p>
        </p:txBody>
      </p:sp>
    </p:spTree>
    <p:extLst>
      <p:ext uri="{BB962C8B-B14F-4D97-AF65-F5344CB8AC3E}">
        <p14:creationId xmlns:p14="http://schemas.microsoft.com/office/powerpoint/2010/main" val="79428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3- Lower </a:t>
            </a:r>
            <a:r>
              <a:rPr lang="en-US" dirty="0"/>
              <a:t>Level </a:t>
            </a:r>
            <a:r>
              <a:rPr lang="en-US" dirty="0" smtClean="0"/>
              <a:t>Management  / Supervisory </a:t>
            </a:r>
            <a:r>
              <a:rPr lang="en-US" dirty="0"/>
              <a:t>/ Operating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(Superintendents</a:t>
            </a:r>
            <a:r>
              <a:rPr lang="en-US" dirty="0"/>
              <a:t>, Branch managers, General </a:t>
            </a:r>
            <a:r>
              <a:rPr lang="en-US" dirty="0" smtClean="0"/>
              <a:t>Foremen)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plan day to day production within the goals lay down by higher authority 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assign jobs to workers and to make arrangement for their training and </a:t>
            </a:r>
            <a:r>
              <a:rPr lang="en-US" dirty="0" smtClean="0"/>
              <a:t>development.</a:t>
            </a:r>
          </a:p>
          <a:p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supervise and control workers and to maintain personal contact with them. </a:t>
            </a:r>
          </a:p>
        </p:txBody>
      </p:sp>
    </p:spTree>
    <p:extLst>
      <p:ext uri="{BB962C8B-B14F-4D97-AF65-F5344CB8AC3E}">
        <p14:creationId xmlns:p14="http://schemas.microsoft.com/office/powerpoint/2010/main" val="234783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Managerial functions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56791"/>
            <a:ext cx="6336704" cy="504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402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79</TotalTime>
  <Words>535</Words>
  <Application>Microsoft Office PowerPoint</Application>
  <PresentationFormat>On-screen Show (4:3)</PresentationFormat>
  <Paragraphs>96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Foundry</vt:lpstr>
      <vt:lpstr>Principles of management</vt:lpstr>
      <vt:lpstr>Introduction</vt:lpstr>
      <vt:lpstr>Definition </vt:lpstr>
      <vt:lpstr>Characteristics of management</vt:lpstr>
      <vt:lpstr>Administration vs Management</vt:lpstr>
      <vt:lpstr>Administration vs Management</vt:lpstr>
      <vt:lpstr>Applications of management</vt:lpstr>
      <vt:lpstr>Applications of management</vt:lpstr>
      <vt:lpstr>Applications of management</vt:lpstr>
      <vt:lpstr>Levels of management </vt:lpstr>
      <vt:lpstr>Levels of management </vt:lpstr>
      <vt:lpstr>Levels of management </vt:lpstr>
      <vt:lpstr>Levels of management </vt:lpstr>
      <vt:lpstr>Managerial functions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management</dc:title>
  <dc:creator>Nancy karma</dc:creator>
  <cp:lastModifiedBy>Nancy karma</cp:lastModifiedBy>
  <cp:revision>12</cp:revision>
  <dcterms:created xsi:type="dcterms:W3CDTF">2023-06-22T20:29:34Z</dcterms:created>
  <dcterms:modified xsi:type="dcterms:W3CDTF">2023-06-22T21:49:04Z</dcterms:modified>
</cp:coreProperties>
</file>